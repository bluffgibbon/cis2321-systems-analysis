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>
        <p:scale>
          <a:sx n="125" d="100"/>
          <a:sy n="125" d="100"/>
        </p:scale>
        <p:origin x="15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EFB5B-33A8-4BF2-83A7-029819EEDC1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EC70E-0EA4-449D-8DA7-35F36F5E4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EC70E-0EA4-449D-8DA7-35F36F5E41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5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D88D-C30E-F1A4-D958-BAC119F45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D7D82-E271-5776-4A32-9F5CF8642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06150-4658-7636-68BC-EEA5A23F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A842F-B081-1641-AC53-BE7F523E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83B3-9D39-91FE-3BC9-98C948E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0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5DE7-4A34-8886-14B6-55A07C33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FD995-B391-2556-7FD9-5B900EC2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F7347-821B-E5BE-C659-D2A378C6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8BAE5-22A9-F13E-E022-E55532E1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AFD00-9BFB-3450-F0CF-9DD0637C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9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0E20-AC5D-EB22-0FFB-DC00737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96B11-63C7-0E53-AF35-21FDCB241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5B2A-99F2-6257-05E0-E0794FE8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E0FDC-92B1-FF67-30ED-A709EF15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DABEF-0F8B-8E98-B8DA-7F8525A5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0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D078-824B-AAFA-1EA5-6F38AF26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B6CC-DAA8-9647-BB7D-8EEC07CF1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E0C5A-D74C-1A00-E587-13077BF8F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3225B-1E65-D38F-7BFF-E0646F62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0927-E96D-F134-B032-515FD3E7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C0C13-8E83-286B-5FF7-25DDBC06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4021-C268-0651-1FDD-50DC7CD6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6469A-3A6E-E2C8-2D39-A36912C96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DBE39-D28F-AC9C-F2DC-9FA21A0C6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FD23F-D09B-3FE4-1404-28585A86B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2F9A3-B64B-AEDE-E1C8-C8AB05C88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A9931-FFE1-F4F6-6D63-7E5F03A2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E43F9-8169-D531-9C2B-834A6286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D59EA-AE4A-C2FA-CFD0-F0109FF8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3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945F-FD65-DBAB-83C9-E13F0294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DE487-FA29-1A4E-3E85-AE55E9E4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D7904-F189-1A17-9D25-C4A47853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6306E-DB93-2064-B3D2-0B58BF2C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3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4CECA-BFA6-CCC9-C49E-77E48D14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BFDE0-4E61-C931-7A59-FB004F59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16B4E-A02D-4ACB-6E73-4AD9E3BA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1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1179-AD69-F62E-5E73-D96CBAEA5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6EA9-384D-5913-6529-4BA0D465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18F76-923F-4C6E-DF67-A285D3AF8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9DBE4-CFB8-54EC-6FDB-13BB925A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E57A8-3C06-D4FB-3A2C-BB68813D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E0F06-0303-2BBD-F7BB-CAFE5765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6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3314-18B0-6974-AA6C-685C1993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D1AC7-AD55-C189-3E0A-E5F6E4F08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CAF12-DB89-F8E3-7474-BE5E55AF6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7C93A-9CF8-4AFF-4CA5-4A8D19CB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6E4ED-1C04-8134-9EB3-EAECF229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4191E-F748-FAE8-D4F3-30137C4A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4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0A1F-ED50-6E0A-FCBF-865A3557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C67BF-7F3F-DDC6-B70E-3655E9BF5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54BE-F70E-4DD8-AF2B-F7CC225E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22C33-9EEF-DB40-DF83-D30E5A7E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EAB73-901D-BB05-CF48-8E7FD222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2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82E10-E49D-3816-DD86-3232CEB2F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83370-0772-8496-6277-FBC592DE0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CBC49-1932-30FF-CD48-A20CCA8D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9866F-304A-86A8-561B-C6A55B14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F952-1162-965C-255D-4B85067F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3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4B4DD-43CC-1CE5-2AC3-12D8C5F9B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9E1A-DED5-8584-E8F8-C05F2BCE3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F8059-FB11-79DC-9614-2D939D8AA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614DE-C374-4BE3-8829-7C86382C157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047E5-8AC5-3E10-047A-122BD1B16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A4B91-64BA-4021-9595-452964675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81486-6E7B-4C3F-8392-9261163B0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4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1757DF-E511-2CE0-042C-850A428EB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7120" y="310198"/>
            <a:ext cx="4572000" cy="482282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Level 0 DFD (Context Diagram)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960D12-6CAE-F791-B6A2-16EE973C2D70}"/>
              </a:ext>
            </a:extLst>
          </p:cNvPr>
          <p:cNvSpPr/>
          <p:nvPr/>
        </p:nvSpPr>
        <p:spPr>
          <a:xfrm>
            <a:off x="4846320" y="2915920"/>
            <a:ext cx="2133600" cy="160528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0: ATM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D22EB-74B0-FEED-F95C-6EEA9B15FFA9}"/>
              </a:ext>
            </a:extLst>
          </p:cNvPr>
          <p:cNvSpPr/>
          <p:nvPr/>
        </p:nvSpPr>
        <p:spPr>
          <a:xfrm>
            <a:off x="309880" y="3058160"/>
            <a:ext cx="2052320" cy="132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Maintenance Admin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89D69-3C0A-2EBD-A65C-373C4B712D1C}"/>
              </a:ext>
            </a:extLst>
          </p:cNvPr>
          <p:cNvSpPr/>
          <p:nvPr/>
        </p:nvSpPr>
        <p:spPr>
          <a:xfrm>
            <a:off x="9743440" y="3200400"/>
            <a:ext cx="2052320" cy="132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Bank Network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473C9-CB74-8288-CBF1-DB436491673D}"/>
              </a:ext>
            </a:extLst>
          </p:cNvPr>
          <p:cNvSpPr/>
          <p:nvPr/>
        </p:nvSpPr>
        <p:spPr>
          <a:xfrm>
            <a:off x="5059680" y="894080"/>
            <a:ext cx="1706880" cy="1158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Customer</a:t>
            </a:r>
            <a:r>
              <a:rPr lang="en-US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A73648-A227-5D1B-FBB0-0A417E689C16}"/>
              </a:ext>
            </a:extLst>
          </p:cNvPr>
          <p:cNvCxnSpPr>
            <a:endCxn id="4" idx="0"/>
          </p:cNvCxnSpPr>
          <p:nvPr/>
        </p:nvCxnSpPr>
        <p:spPr>
          <a:xfrm>
            <a:off x="5872480" y="2204720"/>
            <a:ext cx="0" cy="629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FF125A-1220-B260-D625-095705270DAE}"/>
              </a:ext>
            </a:extLst>
          </p:cNvPr>
          <p:cNvCxnSpPr>
            <a:cxnSpLocks/>
          </p:cNvCxnSpPr>
          <p:nvPr/>
        </p:nvCxnSpPr>
        <p:spPr>
          <a:xfrm flipV="1">
            <a:off x="6085840" y="2159000"/>
            <a:ext cx="0" cy="629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2B47AB6-032E-2A58-B437-A397635D2388}"/>
              </a:ext>
            </a:extLst>
          </p:cNvPr>
          <p:cNvSpPr txBox="1"/>
          <p:nvPr/>
        </p:nvSpPr>
        <p:spPr>
          <a:xfrm>
            <a:off x="4439920" y="2316713"/>
            <a:ext cx="1473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Card, PIN, </a:t>
            </a:r>
          </a:p>
          <a:p>
            <a:r>
              <a:rPr lang="en-US" sz="1050" dirty="0"/>
              <a:t>Transaction Request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8C045-8D46-9E3B-0EDB-5D105460185C}"/>
              </a:ext>
            </a:extLst>
          </p:cNvPr>
          <p:cNvSpPr txBox="1"/>
          <p:nvPr/>
        </p:nvSpPr>
        <p:spPr>
          <a:xfrm>
            <a:off x="6126479" y="2316713"/>
            <a:ext cx="142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Transaction Result, </a:t>
            </a:r>
          </a:p>
          <a:p>
            <a:r>
              <a:rPr lang="en-US" sz="1100" dirty="0"/>
              <a:t>Cash, Receipt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0DD6793-5F8D-F05E-EB15-C87DC13B8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2" y="-99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Transaction Result</a:t>
            </a:r>
            <a: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Cash</a:t>
            </a:r>
            <a: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Receipt</a:t>
            </a:r>
            <a:endParaRPr kumimoji="0" lang="en-US" altLang="en-US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6592B9-101E-9C54-01EF-3C9D3A78614D}"/>
              </a:ext>
            </a:extLst>
          </p:cNvPr>
          <p:cNvCxnSpPr/>
          <p:nvPr/>
        </p:nvCxnSpPr>
        <p:spPr>
          <a:xfrm flipH="1">
            <a:off x="2682240" y="4135120"/>
            <a:ext cx="181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987572-6FD8-0361-A6CA-33756AEF9C3A}"/>
              </a:ext>
            </a:extLst>
          </p:cNvPr>
          <p:cNvCxnSpPr/>
          <p:nvPr/>
        </p:nvCxnSpPr>
        <p:spPr>
          <a:xfrm>
            <a:off x="2682240" y="3479800"/>
            <a:ext cx="1889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AB603B-480D-3345-3753-49076DCCF8D2}"/>
              </a:ext>
            </a:extLst>
          </p:cNvPr>
          <p:cNvCxnSpPr/>
          <p:nvPr/>
        </p:nvCxnSpPr>
        <p:spPr>
          <a:xfrm>
            <a:off x="7432040" y="3992424"/>
            <a:ext cx="1889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AF966A-6822-8A35-DC6C-5A7642DEEBDF}"/>
              </a:ext>
            </a:extLst>
          </p:cNvPr>
          <p:cNvCxnSpPr/>
          <p:nvPr/>
        </p:nvCxnSpPr>
        <p:spPr>
          <a:xfrm flipH="1">
            <a:off x="7432040" y="3718560"/>
            <a:ext cx="181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57DA20D-4532-CBCD-DF01-074074623A72}"/>
              </a:ext>
            </a:extLst>
          </p:cNvPr>
          <p:cNvSpPr txBox="1"/>
          <p:nvPr/>
        </p:nvSpPr>
        <p:spPr>
          <a:xfrm>
            <a:off x="2545080" y="3612337"/>
            <a:ext cx="2164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Transaction Data, Authorization, </a:t>
            </a:r>
          </a:p>
          <a:p>
            <a:r>
              <a:rPr lang="en-US" sz="1100" dirty="0"/>
              <a:t>Account Info, Confirmation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C7B2E-93C4-C7D3-452F-B9470EB38657}"/>
              </a:ext>
            </a:extLst>
          </p:cNvPr>
          <p:cNvSpPr txBox="1"/>
          <p:nvPr/>
        </p:nvSpPr>
        <p:spPr>
          <a:xfrm>
            <a:off x="7472680" y="3348995"/>
            <a:ext cx="1889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Maintenance Request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2772AB-93B9-B482-C207-C68D559EC4E4}"/>
              </a:ext>
            </a:extLst>
          </p:cNvPr>
          <p:cNvSpPr txBox="1"/>
          <p:nvPr/>
        </p:nvSpPr>
        <p:spPr>
          <a:xfrm>
            <a:off x="7472680" y="4100380"/>
            <a:ext cx="1889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Audit Logs, System Status</a:t>
            </a:r>
          </a:p>
        </p:txBody>
      </p:sp>
    </p:spTree>
    <p:extLst>
      <p:ext uri="{BB962C8B-B14F-4D97-AF65-F5344CB8AC3E}">
        <p14:creationId xmlns:p14="http://schemas.microsoft.com/office/powerpoint/2010/main" val="163686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41330D-4A86-5026-E056-D8B6673DD4E7}"/>
              </a:ext>
            </a:extLst>
          </p:cNvPr>
          <p:cNvSpPr txBox="1"/>
          <p:nvPr/>
        </p:nvSpPr>
        <p:spPr>
          <a:xfrm>
            <a:off x="3759200" y="257294"/>
            <a:ext cx="4313396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/>
              <a:t>Level 1 DFD (Exploded View of Process 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1DF674-3191-1DA1-4469-6702F3488F6E}"/>
              </a:ext>
            </a:extLst>
          </p:cNvPr>
          <p:cNvSpPr/>
          <p:nvPr/>
        </p:nvSpPr>
        <p:spPr>
          <a:xfrm>
            <a:off x="7990522" y="2997071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1.5</a:t>
            </a:r>
          </a:p>
          <a:p>
            <a:pPr algn="ctr"/>
            <a:r>
              <a:rPr lang="en-US" sz="1200" dirty="0"/>
              <a:t> Maintain ATM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E61641-7637-37D6-A66A-0992EA7B1D15}"/>
              </a:ext>
            </a:extLst>
          </p:cNvPr>
          <p:cNvSpPr>
            <a:spLocks/>
          </p:cNvSpPr>
          <p:nvPr/>
        </p:nvSpPr>
        <p:spPr>
          <a:xfrm>
            <a:off x="6094731" y="1035030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1.4</a:t>
            </a:r>
          </a:p>
          <a:p>
            <a:pPr algn="ctr"/>
            <a:r>
              <a:rPr lang="en-US" sz="1200" dirty="0"/>
              <a:t> Print Receipt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65A407-188E-E094-459E-6E0CA900FEA6}"/>
              </a:ext>
            </a:extLst>
          </p:cNvPr>
          <p:cNvSpPr>
            <a:spLocks/>
          </p:cNvSpPr>
          <p:nvPr/>
        </p:nvSpPr>
        <p:spPr>
          <a:xfrm>
            <a:off x="5795328" y="4453436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1.3 Update Account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D33326-BBCB-8EA6-EF09-5F5BC153ADEA}"/>
              </a:ext>
            </a:extLst>
          </p:cNvPr>
          <p:cNvSpPr>
            <a:spLocks/>
          </p:cNvSpPr>
          <p:nvPr/>
        </p:nvSpPr>
        <p:spPr>
          <a:xfrm>
            <a:off x="434658" y="3907171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1.2 Dispense Cash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171113-3314-0B46-256A-13F97D5A2429}"/>
              </a:ext>
            </a:extLst>
          </p:cNvPr>
          <p:cNvSpPr>
            <a:spLocks/>
          </p:cNvSpPr>
          <p:nvPr/>
        </p:nvSpPr>
        <p:spPr>
          <a:xfrm>
            <a:off x="2928620" y="2588253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1.1</a:t>
            </a:r>
          </a:p>
          <a:p>
            <a:pPr algn="ctr"/>
            <a:r>
              <a:rPr lang="en-US" sz="1200" dirty="0"/>
              <a:t> Process Transaction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72DF4D-0A31-C503-368B-015A387EED33}"/>
              </a:ext>
            </a:extLst>
          </p:cNvPr>
          <p:cNvSpPr>
            <a:spLocks/>
          </p:cNvSpPr>
          <p:nvPr/>
        </p:nvSpPr>
        <p:spPr>
          <a:xfrm>
            <a:off x="2961640" y="1123519"/>
            <a:ext cx="1183640" cy="10566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1.0 Validate User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E94FD-F13F-7039-78C5-197D17148784}"/>
              </a:ext>
            </a:extLst>
          </p:cNvPr>
          <p:cNvSpPr/>
          <p:nvPr/>
        </p:nvSpPr>
        <p:spPr>
          <a:xfrm>
            <a:off x="81280" y="5792755"/>
            <a:ext cx="2133600" cy="4013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D3: ATM Cash Store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6B0001-59B8-93F7-7BC2-3DB0FAA554D8}"/>
              </a:ext>
            </a:extLst>
          </p:cNvPr>
          <p:cNvSpPr/>
          <p:nvPr/>
        </p:nvSpPr>
        <p:spPr>
          <a:xfrm>
            <a:off x="5320348" y="5888669"/>
            <a:ext cx="2133600" cy="4013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D2: Transaction Log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3181B0-B81C-604D-3CE3-D5C7E2DEB928}"/>
              </a:ext>
            </a:extLst>
          </p:cNvPr>
          <p:cNvSpPr/>
          <p:nvPr/>
        </p:nvSpPr>
        <p:spPr>
          <a:xfrm>
            <a:off x="2567940" y="4567126"/>
            <a:ext cx="2133600" cy="4013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D1: Customer Accounts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DA8126-1C75-635F-8B6C-C71A45E5363D}"/>
              </a:ext>
            </a:extLst>
          </p:cNvPr>
          <p:cNvSpPr/>
          <p:nvPr/>
        </p:nvSpPr>
        <p:spPr>
          <a:xfrm>
            <a:off x="5170171" y="2792142"/>
            <a:ext cx="861060" cy="680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Bank Network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B3B54-EF61-9A78-5EDB-0D519DEA73B7}"/>
              </a:ext>
            </a:extLst>
          </p:cNvPr>
          <p:cNvSpPr/>
          <p:nvPr/>
        </p:nvSpPr>
        <p:spPr>
          <a:xfrm>
            <a:off x="596900" y="1209188"/>
            <a:ext cx="1102360" cy="786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F33FE8-90C7-5443-D791-7C9EADEF3438}"/>
              </a:ext>
            </a:extLst>
          </p:cNvPr>
          <p:cNvSpPr/>
          <p:nvPr/>
        </p:nvSpPr>
        <p:spPr>
          <a:xfrm>
            <a:off x="8155622" y="1170045"/>
            <a:ext cx="853440" cy="786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Maintenance Admin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F3CEEB-C7BE-739D-9A76-A306EC7C25F6}"/>
              </a:ext>
            </a:extLst>
          </p:cNvPr>
          <p:cNvCxnSpPr>
            <a:cxnSpLocks/>
          </p:cNvCxnSpPr>
          <p:nvPr/>
        </p:nvCxnSpPr>
        <p:spPr>
          <a:xfrm>
            <a:off x="1785620" y="1483360"/>
            <a:ext cx="1071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CC134C-21F3-55D1-3A5F-9E1F2946E64D}"/>
              </a:ext>
            </a:extLst>
          </p:cNvPr>
          <p:cNvCxnSpPr/>
          <p:nvPr/>
        </p:nvCxnSpPr>
        <p:spPr>
          <a:xfrm flipH="1">
            <a:off x="1818640" y="1643215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BB64AC1-84A4-9922-805E-15E58D288963}"/>
              </a:ext>
            </a:extLst>
          </p:cNvPr>
          <p:cNvSpPr txBox="1"/>
          <p:nvPr/>
        </p:nvSpPr>
        <p:spPr>
          <a:xfrm>
            <a:off x="1929130" y="1065245"/>
            <a:ext cx="1277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Card and PIN for Verification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8538DA-D65D-059D-DDCC-F6D2C1EF7A2E}"/>
              </a:ext>
            </a:extLst>
          </p:cNvPr>
          <p:cNvSpPr txBox="1"/>
          <p:nvPr/>
        </p:nvSpPr>
        <p:spPr>
          <a:xfrm>
            <a:off x="1785620" y="1692866"/>
            <a:ext cx="12776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Validation Response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874957A-6C3F-36B0-803A-4AB37DDC4CDC}"/>
              </a:ext>
            </a:extLst>
          </p:cNvPr>
          <p:cNvCxnSpPr>
            <a:cxnSpLocks/>
          </p:cNvCxnSpPr>
          <p:nvPr/>
        </p:nvCxnSpPr>
        <p:spPr>
          <a:xfrm>
            <a:off x="1422400" y="2294809"/>
            <a:ext cx="1435100" cy="7267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BFA78C-CA66-2660-B085-E665DA77B798}"/>
              </a:ext>
            </a:extLst>
          </p:cNvPr>
          <p:cNvCxnSpPr/>
          <p:nvPr/>
        </p:nvCxnSpPr>
        <p:spPr>
          <a:xfrm flipV="1">
            <a:off x="1422400" y="2046795"/>
            <a:ext cx="0" cy="249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73333EC-D480-A2A0-52CF-B92214AD6E6F}"/>
              </a:ext>
            </a:extLst>
          </p:cNvPr>
          <p:cNvSpPr txBox="1"/>
          <p:nvPr/>
        </p:nvSpPr>
        <p:spPr>
          <a:xfrm>
            <a:off x="3581400" y="2236220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Validated User Session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6B1908-4602-1733-7C16-F83F81F1549E}"/>
              </a:ext>
            </a:extLst>
          </p:cNvPr>
          <p:cNvCxnSpPr>
            <a:cxnSpLocks/>
          </p:cNvCxnSpPr>
          <p:nvPr/>
        </p:nvCxnSpPr>
        <p:spPr>
          <a:xfrm>
            <a:off x="3520440" y="2282988"/>
            <a:ext cx="0" cy="275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A94AC8E-8EA9-DE0C-4537-51FE32B9EE6D}"/>
              </a:ext>
            </a:extLst>
          </p:cNvPr>
          <p:cNvSpPr txBox="1"/>
          <p:nvPr/>
        </p:nvSpPr>
        <p:spPr>
          <a:xfrm>
            <a:off x="2200910" y="2403587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Transaction Request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3318D86-4D3D-5907-357B-31214F0FE7BD}"/>
              </a:ext>
            </a:extLst>
          </p:cNvPr>
          <p:cNvCxnSpPr>
            <a:cxnSpLocks/>
          </p:cNvCxnSpPr>
          <p:nvPr/>
        </p:nvCxnSpPr>
        <p:spPr>
          <a:xfrm flipH="1">
            <a:off x="2062480" y="3132502"/>
            <a:ext cx="6845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6887DFB-E649-E140-2789-AD4EDB141F8E}"/>
              </a:ext>
            </a:extLst>
          </p:cNvPr>
          <p:cNvCxnSpPr/>
          <p:nvPr/>
        </p:nvCxnSpPr>
        <p:spPr>
          <a:xfrm>
            <a:off x="1148080" y="2436815"/>
            <a:ext cx="91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AE22051-A211-F589-47F4-E71F2440EB2C}"/>
              </a:ext>
            </a:extLst>
          </p:cNvPr>
          <p:cNvCxnSpPr/>
          <p:nvPr/>
        </p:nvCxnSpPr>
        <p:spPr>
          <a:xfrm>
            <a:off x="2062480" y="2436815"/>
            <a:ext cx="0" cy="6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47D53BF-2C22-6272-827F-26BD0C48D88C}"/>
              </a:ext>
            </a:extLst>
          </p:cNvPr>
          <p:cNvCxnSpPr>
            <a:cxnSpLocks/>
          </p:cNvCxnSpPr>
          <p:nvPr/>
        </p:nvCxnSpPr>
        <p:spPr>
          <a:xfrm flipV="1">
            <a:off x="1148080" y="2059650"/>
            <a:ext cx="0" cy="377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B5D98A1-EC07-CBCC-45B1-70D2FEDA5994}"/>
              </a:ext>
            </a:extLst>
          </p:cNvPr>
          <p:cNvSpPr txBox="1"/>
          <p:nvPr/>
        </p:nvSpPr>
        <p:spPr>
          <a:xfrm>
            <a:off x="1186180" y="2622579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Transaction Status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18B98F9-CF17-63A8-90B9-B10983BA0453}"/>
              </a:ext>
            </a:extLst>
          </p:cNvPr>
          <p:cNvCxnSpPr/>
          <p:nvPr/>
        </p:nvCxnSpPr>
        <p:spPr>
          <a:xfrm flipV="1">
            <a:off x="3634740" y="3733648"/>
            <a:ext cx="0" cy="69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CC766-D0D5-6F1D-6E87-C0E5565FC9D9}"/>
              </a:ext>
            </a:extLst>
          </p:cNvPr>
          <p:cNvCxnSpPr/>
          <p:nvPr/>
        </p:nvCxnSpPr>
        <p:spPr>
          <a:xfrm>
            <a:off x="3520440" y="3742067"/>
            <a:ext cx="0" cy="76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E2392CC-7842-753D-DDE2-17F46D86C9C4}"/>
              </a:ext>
            </a:extLst>
          </p:cNvPr>
          <p:cNvSpPr txBox="1"/>
          <p:nvPr/>
        </p:nvSpPr>
        <p:spPr>
          <a:xfrm>
            <a:off x="2680971" y="3943762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Request Account Info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B359F8-79E4-60C8-9EAE-B9DC06297EAA}"/>
              </a:ext>
            </a:extLst>
          </p:cNvPr>
          <p:cNvSpPr txBox="1"/>
          <p:nvPr/>
        </p:nvSpPr>
        <p:spPr>
          <a:xfrm>
            <a:off x="3703320" y="4021617"/>
            <a:ext cx="988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Account Info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27E56BB-D1BA-047B-484B-E72D3BCA34BC}"/>
              </a:ext>
            </a:extLst>
          </p:cNvPr>
          <p:cNvCxnSpPr/>
          <p:nvPr/>
        </p:nvCxnSpPr>
        <p:spPr>
          <a:xfrm>
            <a:off x="4197350" y="3021529"/>
            <a:ext cx="892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E38BBF0-1CAB-992F-4E74-945C17D31E06}"/>
              </a:ext>
            </a:extLst>
          </p:cNvPr>
          <p:cNvCxnSpPr/>
          <p:nvPr/>
        </p:nvCxnSpPr>
        <p:spPr>
          <a:xfrm flipH="1">
            <a:off x="4197350" y="3200400"/>
            <a:ext cx="8089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A1A064C-E41D-72E3-2A70-5E1F4E500874}"/>
              </a:ext>
            </a:extLst>
          </p:cNvPr>
          <p:cNvSpPr txBox="1"/>
          <p:nvPr/>
        </p:nvSpPr>
        <p:spPr>
          <a:xfrm>
            <a:off x="4082733" y="2764717"/>
            <a:ext cx="1237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Transaction Details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1C98F1-852B-8DFF-72B1-6B1BBFEFA336}"/>
              </a:ext>
            </a:extLst>
          </p:cNvPr>
          <p:cNvSpPr txBox="1"/>
          <p:nvPr/>
        </p:nvSpPr>
        <p:spPr>
          <a:xfrm>
            <a:off x="4182110" y="3282838"/>
            <a:ext cx="98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Authorization, Approval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93C3D7-1140-9D9D-9CF7-37A25011B0A6}"/>
              </a:ext>
            </a:extLst>
          </p:cNvPr>
          <p:cNvCxnSpPr/>
          <p:nvPr/>
        </p:nvCxnSpPr>
        <p:spPr>
          <a:xfrm flipH="1">
            <a:off x="1761014" y="3452737"/>
            <a:ext cx="1143000" cy="55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BF6E3A3-4C0C-758E-FA74-F7FEDC4122CF}"/>
              </a:ext>
            </a:extLst>
          </p:cNvPr>
          <p:cNvSpPr txBox="1"/>
          <p:nvPr/>
        </p:nvSpPr>
        <p:spPr>
          <a:xfrm>
            <a:off x="1512571" y="3331111"/>
            <a:ext cx="130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Approved Withdrawal Request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31112BE-D22B-E2E3-A95C-1D1F2584E8AC}"/>
              </a:ext>
            </a:extLst>
          </p:cNvPr>
          <p:cNvCxnSpPr/>
          <p:nvPr/>
        </p:nvCxnSpPr>
        <p:spPr>
          <a:xfrm>
            <a:off x="950278" y="5029200"/>
            <a:ext cx="0" cy="708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6F46E4-AA27-2846-BE29-048DC48D00B5}"/>
              </a:ext>
            </a:extLst>
          </p:cNvPr>
          <p:cNvCxnSpPr/>
          <p:nvPr/>
        </p:nvCxnSpPr>
        <p:spPr>
          <a:xfrm flipV="1">
            <a:off x="1145858" y="5029200"/>
            <a:ext cx="0" cy="693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37E0D02-FED1-4A94-2BA4-E0FB1ADD470C}"/>
              </a:ext>
            </a:extLst>
          </p:cNvPr>
          <p:cNvCxnSpPr>
            <a:cxnSpLocks/>
          </p:cNvCxnSpPr>
          <p:nvPr/>
        </p:nvCxnSpPr>
        <p:spPr>
          <a:xfrm flipV="1">
            <a:off x="876300" y="2097040"/>
            <a:ext cx="0" cy="1732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4440672-A411-BC8A-3DC1-2E7421DFDF12}"/>
              </a:ext>
            </a:extLst>
          </p:cNvPr>
          <p:cNvSpPr txBox="1"/>
          <p:nvPr/>
        </p:nvSpPr>
        <p:spPr>
          <a:xfrm>
            <a:off x="149542" y="5170539"/>
            <a:ext cx="89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Update Cash Inventory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4D69FE1-8542-1DA5-CB66-71C4018A0333}"/>
              </a:ext>
            </a:extLst>
          </p:cNvPr>
          <p:cNvSpPr txBox="1"/>
          <p:nvPr/>
        </p:nvSpPr>
        <p:spPr>
          <a:xfrm>
            <a:off x="1176020" y="5214785"/>
            <a:ext cx="8026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Cash Availability Info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870D2BF-AB90-4AA0-A0CE-092F165EEFB6}"/>
              </a:ext>
            </a:extLst>
          </p:cNvPr>
          <p:cNvSpPr txBox="1"/>
          <p:nvPr/>
        </p:nvSpPr>
        <p:spPr>
          <a:xfrm>
            <a:off x="164147" y="2807245"/>
            <a:ext cx="77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Cash Dispensed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F51C2D9-3584-EE76-F4AC-8BEC71676BA6}"/>
              </a:ext>
            </a:extLst>
          </p:cNvPr>
          <p:cNvCxnSpPr/>
          <p:nvPr/>
        </p:nvCxnSpPr>
        <p:spPr>
          <a:xfrm>
            <a:off x="3977640" y="3644893"/>
            <a:ext cx="1744980" cy="1010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30777B1-5C77-C33D-383B-3F3CF17D0825}"/>
              </a:ext>
            </a:extLst>
          </p:cNvPr>
          <p:cNvSpPr txBox="1"/>
          <p:nvPr/>
        </p:nvSpPr>
        <p:spPr>
          <a:xfrm>
            <a:off x="5106671" y="3921065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Updated Account Info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D9883B7-CE25-85F7-CE59-A0AEDB25ACD4}"/>
              </a:ext>
            </a:extLst>
          </p:cNvPr>
          <p:cNvCxnSpPr>
            <a:cxnSpLocks/>
          </p:cNvCxnSpPr>
          <p:nvPr/>
        </p:nvCxnSpPr>
        <p:spPr>
          <a:xfrm>
            <a:off x="6387148" y="5585460"/>
            <a:ext cx="0" cy="280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A1142D0-32A5-6AA2-6829-0E0ABDEEADFE}"/>
              </a:ext>
            </a:extLst>
          </p:cNvPr>
          <p:cNvSpPr txBox="1"/>
          <p:nvPr/>
        </p:nvSpPr>
        <p:spPr>
          <a:xfrm>
            <a:off x="6387148" y="5583956"/>
            <a:ext cx="14363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Transaction Record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D5EBE67-5DE5-CB7C-B60D-04C601EAFCA5}"/>
              </a:ext>
            </a:extLst>
          </p:cNvPr>
          <p:cNvCxnSpPr/>
          <p:nvPr/>
        </p:nvCxnSpPr>
        <p:spPr>
          <a:xfrm flipV="1">
            <a:off x="4075430" y="1808282"/>
            <a:ext cx="1955801" cy="95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EBC277F9-827A-4222-2982-77DC8463D900}"/>
              </a:ext>
            </a:extLst>
          </p:cNvPr>
          <p:cNvSpPr txBox="1"/>
          <p:nvPr/>
        </p:nvSpPr>
        <p:spPr>
          <a:xfrm>
            <a:off x="5012691" y="1695311"/>
            <a:ext cx="118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Transaction Summary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FDDA25-B455-CC27-D7A2-F2DE2D1C6D48}"/>
              </a:ext>
            </a:extLst>
          </p:cNvPr>
          <p:cNvCxnSpPr>
            <a:cxnSpLocks/>
          </p:cNvCxnSpPr>
          <p:nvPr/>
        </p:nvCxnSpPr>
        <p:spPr>
          <a:xfrm>
            <a:off x="1145858" y="883920"/>
            <a:ext cx="0" cy="239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0B7B5D3-82BD-13F4-D06E-7A14D2105FD7}"/>
              </a:ext>
            </a:extLst>
          </p:cNvPr>
          <p:cNvCxnSpPr/>
          <p:nvPr/>
        </p:nvCxnSpPr>
        <p:spPr>
          <a:xfrm>
            <a:off x="1145858" y="883920"/>
            <a:ext cx="55406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C095648-7434-24FF-E78B-5A8A93C8CA27}"/>
              </a:ext>
            </a:extLst>
          </p:cNvPr>
          <p:cNvCxnSpPr>
            <a:cxnSpLocks/>
          </p:cNvCxnSpPr>
          <p:nvPr/>
        </p:nvCxnSpPr>
        <p:spPr>
          <a:xfrm>
            <a:off x="6686551" y="883920"/>
            <a:ext cx="0" cy="1197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EB40900-7067-44A6-619B-1AF5546EDD6B}"/>
              </a:ext>
            </a:extLst>
          </p:cNvPr>
          <p:cNvSpPr txBox="1"/>
          <p:nvPr/>
        </p:nvSpPr>
        <p:spPr>
          <a:xfrm>
            <a:off x="3188970" y="607448"/>
            <a:ext cx="1183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Printed Receipt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C1479BB-C1C5-890E-64C8-56988C6D93DF}"/>
              </a:ext>
            </a:extLst>
          </p:cNvPr>
          <p:cNvCxnSpPr>
            <a:cxnSpLocks/>
          </p:cNvCxnSpPr>
          <p:nvPr/>
        </p:nvCxnSpPr>
        <p:spPr>
          <a:xfrm>
            <a:off x="8473440" y="2104636"/>
            <a:ext cx="0" cy="775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320F177-1BC8-CDEC-EA92-FFAC8085616B}"/>
              </a:ext>
            </a:extLst>
          </p:cNvPr>
          <p:cNvCxnSpPr>
            <a:cxnSpLocks/>
          </p:cNvCxnSpPr>
          <p:nvPr/>
        </p:nvCxnSpPr>
        <p:spPr>
          <a:xfrm flipV="1">
            <a:off x="8648700" y="2091670"/>
            <a:ext cx="0" cy="744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5E00CDD-AF49-429D-C0CE-06C9D0DCEBB5}"/>
              </a:ext>
            </a:extLst>
          </p:cNvPr>
          <p:cNvSpPr txBox="1"/>
          <p:nvPr/>
        </p:nvSpPr>
        <p:spPr>
          <a:xfrm>
            <a:off x="7562850" y="2301413"/>
            <a:ext cx="101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System Status, Audit Log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9BFD09-A0AD-F9E3-5E44-26D1D9E93965}"/>
              </a:ext>
            </a:extLst>
          </p:cNvPr>
          <p:cNvSpPr txBox="1"/>
          <p:nvPr/>
        </p:nvSpPr>
        <p:spPr>
          <a:xfrm>
            <a:off x="8691245" y="2282981"/>
            <a:ext cx="123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Maintenance Request, Cash Refill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06A0C48-68AD-C67E-A6E1-5A0D562D7344}"/>
              </a:ext>
            </a:extLst>
          </p:cNvPr>
          <p:cNvCxnSpPr/>
          <p:nvPr/>
        </p:nvCxnSpPr>
        <p:spPr>
          <a:xfrm flipH="1">
            <a:off x="7105333" y="3943762"/>
            <a:ext cx="967263" cy="623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0E5F0D6-49CF-3CB9-5A22-D252FBB83BFF}"/>
              </a:ext>
            </a:extLst>
          </p:cNvPr>
          <p:cNvSpPr txBox="1"/>
          <p:nvPr/>
        </p:nvSpPr>
        <p:spPr>
          <a:xfrm>
            <a:off x="6837999" y="3872607"/>
            <a:ext cx="9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System Audit Log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6F8DFC5-9233-0DA2-F905-20A4E3956DBB}"/>
              </a:ext>
            </a:extLst>
          </p:cNvPr>
          <p:cNvCxnSpPr/>
          <p:nvPr/>
        </p:nvCxnSpPr>
        <p:spPr>
          <a:xfrm>
            <a:off x="6196331" y="3021529"/>
            <a:ext cx="1705609" cy="178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09BEEB6-38E6-6735-1780-163F10A9A473}"/>
              </a:ext>
            </a:extLst>
          </p:cNvPr>
          <p:cNvCxnSpPr>
            <a:cxnSpLocks/>
          </p:cNvCxnSpPr>
          <p:nvPr/>
        </p:nvCxnSpPr>
        <p:spPr>
          <a:xfrm flipH="1" flipV="1">
            <a:off x="6195062" y="3199472"/>
            <a:ext cx="1628457" cy="162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72D3BD14-4A28-8670-2FD7-65E90F4A9648}"/>
              </a:ext>
            </a:extLst>
          </p:cNvPr>
          <p:cNvSpPr txBox="1"/>
          <p:nvPr/>
        </p:nvSpPr>
        <p:spPr>
          <a:xfrm>
            <a:off x="6447790" y="3378598"/>
            <a:ext cx="1183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Service Mode Off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B2D34D0-F5FA-9196-8F32-4F3C8E6B4091}"/>
              </a:ext>
            </a:extLst>
          </p:cNvPr>
          <p:cNvSpPr txBox="1"/>
          <p:nvPr/>
        </p:nvSpPr>
        <p:spPr>
          <a:xfrm>
            <a:off x="6436678" y="2777685"/>
            <a:ext cx="1183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Service Mode On</a:t>
            </a:r>
          </a:p>
        </p:txBody>
      </p:sp>
    </p:spTree>
    <p:extLst>
      <p:ext uri="{BB962C8B-B14F-4D97-AF65-F5344CB8AC3E}">
        <p14:creationId xmlns:p14="http://schemas.microsoft.com/office/powerpoint/2010/main" val="163728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164</Words>
  <Application>Microsoft Office PowerPoint</Application>
  <PresentationFormat>Widescreen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karolyi</dc:creator>
  <cp:lastModifiedBy>garrett karolyi</cp:lastModifiedBy>
  <cp:revision>1</cp:revision>
  <dcterms:created xsi:type="dcterms:W3CDTF">2026-01-23T16:47:35Z</dcterms:created>
  <dcterms:modified xsi:type="dcterms:W3CDTF">2026-01-23T17:55:13Z</dcterms:modified>
</cp:coreProperties>
</file>