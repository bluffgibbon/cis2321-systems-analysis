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1" autoAdjust="0"/>
    <p:restoredTop sz="94660"/>
  </p:normalViewPr>
  <p:slideViewPr>
    <p:cSldViewPr snapToGrid="0">
      <p:cViewPr>
        <p:scale>
          <a:sx n="125" d="100"/>
          <a:sy n="125" d="100"/>
        </p:scale>
        <p:origin x="25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4AE3F-0FB7-4284-ACC1-E262D43701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B99C-628A-4618-8D01-2E2D6010D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7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CB99C-628A-4618-8D01-2E2D6010D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4CBC-9969-7821-5847-4366EDE8E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4089-3ECD-63D0-CF42-D1C3F7E2D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01406-1E38-1034-3C55-9946DC35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5882-C7AB-5450-0E2E-572C3469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B794-8845-A7A5-6A34-E75835F5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6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156D-05BB-D90F-81F3-545E7892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D264-AF4E-C11C-612B-B0F673C92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9A0F-C79F-5804-D201-F7FB7D55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5C696-2BE4-5FBF-55A9-FE48821B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9AA57-3931-26C1-ACEC-0B465DA1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A2EE-422A-D21B-6603-1A839C76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EA96D-A9A1-1AE5-B991-39AB1C3C6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A0DEB-7DC5-6921-DB1C-9F5F797E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508F4-A925-F956-D7DA-D55980F2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56194-DE33-D215-5F84-9486D9D8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5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1F62-609F-BD5A-6372-ED16AE02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619B-BF24-E67D-CADA-AB2BB43E4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5C081-B45C-E65F-4798-6E95E963A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11D8D-1ECA-D2DC-2FA7-28399024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85C7F-FEA2-911C-435C-55A6C624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C3BB0-BAA3-725E-D69A-B529B697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2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6EE1-5BD8-A804-8AEF-6C4E3D79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677F5-50CA-0261-5ECB-710A1589C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69CF8-D4DC-6795-C7B1-51E47A990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4C088-8796-ED65-E71F-1AE5E9268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D017C-FCCC-9FF4-1A4D-AC11D7AFE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8516D-17E0-9012-6919-C9120E8A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A9E480-FF9D-3F4D-59CC-14999155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0B6EE-C34E-9166-C433-4C9406D6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1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E5B3-ED8B-1FEB-D965-EAE28DB9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4529-22B1-BB59-E94B-ADD2D083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98653-8637-0223-4884-D5F7F756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35184-0FFC-77AC-6981-F7561606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7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77342-CFBF-D7E0-CC4E-DBB75479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0FD37-0E12-325E-5727-6E06548B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B69F3-1A04-E83F-48ED-FC5DD3E9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0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AB5F-B7D3-6A1E-C10F-CE08BC1BF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83633-D652-2CED-D421-EF3E2AD5D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DF41-3ABA-A83D-DB80-4F1D7132A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2E4E3-3438-66BC-B434-35437873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48035-94BA-C3FF-FFC5-77F03CAE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9648C-B2FF-C417-7E7A-73D6088A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4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0723-6720-6FC0-7EB0-7F03E29F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6957F-61B7-FC26-7BA0-B997F4BCB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29E7F-6714-7E24-A82D-445B5E34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BCF9F-AB95-8085-1AF9-96754896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06FCA-885B-C11D-EBF4-DB823B63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94517-573B-E806-CB42-85D4D6BF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1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59E1-F898-2388-302B-E2852F62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E9367-58E4-D419-70B5-5D2E8CA2B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324E6-F427-0500-1081-7F62C632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F62BC-C447-1675-AE49-6FB7F774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CF326-5080-FA53-B069-D2223965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8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D296C6-B8BA-37C1-9CFD-814E288E3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9EE60-21E2-1B30-F621-6F5DB62CA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3698D-965D-E3A4-9FC9-8121BD35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2EBCC-3B7F-8355-0D56-4C89564F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4A05E-47F6-0FE0-CB1E-1C57DDC4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46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4A83C-6451-A08C-BA1F-2F88E5EB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9A322-298A-67F4-6179-4500A56D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6061B-A963-0C9D-9D8D-55D0B38EE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1BDC8-D3C8-4363-BE08-CA9C8F9EE11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E90A-91F4-3779-6A88-9042EBE33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22BDD-8983-EC0E-699B-980E88F67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2F1B6-09F8-4447-B440-F5A6CAE28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8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80F48F-FB66-757B-9F8D-DA59336410D0}"/>
              </a:ext>
            </a:extLst>
          </p:cNvPr>
          <p:cNvSpPr/>
          <p:nvPr/>
        </p:nvSpPr>
        <p:spPr>
          <a:xfrm>
            <a:off x="750280" y="523385"/>
            <a:ext cx="1102650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Bank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A8762-42E7-9865-6B72-D0FC9FEC835B}"/>
              </a:ext>
            </a:extLst>
          </p:cNvPr>
          <p:cNvSpPr/>
          <p:nvPr/>
        </p:nvSpPr>
        <p:spPr>
          <a:xfrm>
            <a:off x="750280" y="847275"/>
            <a:ext cx="1102650" cy="6900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Name</a:t>
            </a:r>
          </a:p>
          <a:p>
            <a:pPr algn="ctr"/>
            <a:r>
              <a:rPr lang="en-US" sz="1200" dirty="0"/>
              <a:t> Code</a:t>
            </a:r>
          </a:p>
          <a:p>
            <a:pPr algn="ctr"/>
            <a:r>
              <a:rPr lang="en-US" sz="1200" dirty="0"/>
              <a:t>Address</a:t>
            </a:r>
          </a:p>
          <a:p>
            <a:pPr algn="ctr"/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C4307-47E2-2616-B592-77D424F013CE}"/>
              </a:ext>
            </a:extLst>
          </p:cNvPr>
          <p:cNvSpPr/>
          <p:nvPr/>
        </p:nvSpPr>
        <p:spPr>
          <a:xfrm>
            <a:off x="750280" y="1527463"/>
            <a:ext cx="1102650" cy="59643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Manages()</a:t>
            </a:r>
          </a:p>
          <a:p>
            <a:pPr algn="ctr"/>
            <a:r>
              <a:rPr lang="en-US" sz="1200" dirty="0"/>
              <a:t>Maintains()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6C309-1A3A-D9F4-7C27-0074063B8A9B}"/>
              </a:ext>
            </a:extLst>
          </p:cNvPr>
          <p:cNvSpPr/>
          <p:nvPr/>
        </p:nvSpPr>
        <p:spPr>
          <a:xfrm>
            <a:off x="2956270" y="52520"/>
            <a:ext cx="620050" cy="23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0F1164-672E-15A4-2C1F-BBF996512C29}"/>
              </a:ext>
            </a:extLst>
          </p:cNvPr>
          <p:cNvSpPr/>
          <p:nvPr/>
        </p:nvSpPr>
        <p:spPr>
          <a:xfrm>
            <a:off x="3612514" y="52520"/>
            <a:ext cx="902335" cy="23196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9E1FDA-B306-EB77-4D75-66E789EBD2A7}"/>
              </a:ext>
            </a:extLst>
          </p:cNvPr>
          <p:cNvSpPr/>
          <p:nvPr/>
        </p:nvSpPr>
        <p:spPr>
          <a:xfrm>
            <a:off x="4551043" y="52520"/>
            <a:ext cx="942977" cy="2319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Methods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0B7469-BAB2-BBD7-5BF8-DF8A8476A814}"/>
              </a:ext>
            </a:extLst>
          </p:cNvPr>
          <p:cNvSpPr/>
          <p:nvPr/>
        </p:nvSpPr>
        <p:spPr>
          <a:xfrm>
            <a:off x="3219449" y="1656074"/>
            <a:ext cx="1102650" cy="337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09C204-0EE0-7C91-418A-20F20FE81E8F}"/>
              </a:ext>
            </a:extLst>
          </p:cNvPr>
          <p:cNvSpPr/>
          <p:nvPr/>
        </p:nvSpPr>
        <p:spPr>
          <a:xfrm>
            <a:off x="3219449" y="1997079"/>
            <a:ext cx="1102650" cy="56405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Name</a:t>
            </a:r>
          </a:p>
          <a:p>
            <a:pPr algn="ctr"/>
            <a:r>
              <a:rPr lang="en-US" sz="1200" dirty="0"/>
              <a:t>Address</a:t>
            </a:r>
          </a:p>
          <a:p>
            <a:pPr algn="ctr"/>
            <a:r>
              <a:rPr lang="en-US" sz="1200" dirty="0"/>
              <a:t>D.O.B.</a:t>
            </a:r>
          </a:p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70AAFB-2B5A-B779-3022-A085E615309E}"/>
              </a:ext>
            </a:extLst>
          </p:cNvPr>
          <p:cNvSpPr/>
          <p:nvPr/>
        </p:nvSpPr>
        <p:spPr>
          <a:xfrm>
            <a:off x="3219449" y="2564561"/>
            <a:ext cx="1102650" cy="42247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Ownership()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A2A2EA-6721-BEF5-850B-30CD95FE0D95}"/>
              </a:ext>
            </a:extLst>
          </p:cNvPr>
          <p:cNvSpPr/>
          <p:nvPr/>
        </p:nvSpPr>
        <p:spPr>
          <a:xfrm>
            <a:off x="285569" y="2845841"/>
            <a:ext cx="1102650" cy="323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Debit Card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97494-E36F-8946-211F-92BBABA3EA1E}"/>
              </a:ext>
            </a:extLst>
          </p:cNvPr>
          <p:cNvSpPr/>
          <p:nvPr/>
        </p:nvSpPr>
        <p:spPr>
          <a:xfrm>
            <a:off x="285569" y="3169732"/>
            <a:ext cx="1102650" cy="4350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Card ID</a:t>
            </a:r>
          </a:p>
          <a:p>
            <a:pPr algn="ctr"/>
            <a:r>
              <a:rPr lang="en-US" sz="1200" dirty="0"/>
              <a:t>Card Owner</a:t>
            </a:r>
          </a:p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0E8847-2F12-9B1B-C31E-F9D2D717536D}"/>
              </a:ext>
            </a:extLst>
          </p:cNvPr>
          <p:cNvSpPr/>
          <p:nvPr/>
        </p:nvSpPr>
        <p:spPr>
          <a:xfrm>
            <a:off x="285569" y="3586534"/>
            <a:ext cx="1102650" cy="36077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Get_access</a:t>
            </a:r>
            <a:r>
              <a:rPr lang="en-US" sz="1200" dirty="0"/>
              <a:t>()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5E4D22-BAC1-C0B0-9D24-982949D7C978}"/>
              </a:ext>
            </a:extLst>
          </p:cNvPr>
          <p:cNvSpPr/>
          <p:nvPr/>
        </p:nvSpPr>
        <p:spPr>
          <a:xfrm>
            <a:off x="6202680" y="480497"/>
            <a:ext cx="1184910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85E353-9A2F-AD96-F916-17364B4389D0}"/>
              </a:ext>
            </a:extLst>
          </p:cNvPr>
          <p:cNvSpPr/>
          <p:nvPr/>
        </p:nvSpPr>
        <p:spPr>
          <a:xfrm>
            <a:off x="6202680" y="804387"/>
            <a:ext cx="1184910" cy="75890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</a:t>
            </a:r>
          </a:p>
          <a:p>
            <a:pPr algn="ctr"/>
            <a:r>
              <a:rPr lang="en-US" sz="1200" dirty="0"/>
              <a:t>Owned by</a:t>
            </a:r>
          </a:p>
          <a:p>
            <a:pPr algn="ctr"/>
            <a:r>
              <a:rPr lang="en-US" sz="1200" dirty="0"/>
              <a:t>Managed by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2B3BA0-B025-C0DE-615E-B905BC5F3867}"/>
              </a:ext>
            </a:extLst>
          </p:cNvPr>
          <p:cNvSpPr/>
          <p:nvPr/>
        </p:nvSpPr>
        <p:spPr>
          <a:xfrm>
            <a:off x="6202680" y="1563286"/>
            <a:ext cx="1184910" cy="59643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Identify()</a:t>
            </a:r>
          </a:p>
          <a:p>
            <a:pPr algn="ctr"/>
            <a:r>
              <a:rPr lang="en-US" sz="1200" dirty="0"/>
              <a:t>Transactions()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C6DB76-4508-FF82-DF84-4822F63B9E01}"/>
              </a:ext>
            </a:extLst>
          </p:cNvPr>
          <p:cNvSpPr/>
          <p:nvPr/>
        </p:nvSpPr>
        <p:spPr>
          <a:xfrm>
            <a:off x="3219449" y="3503089"/>
            <a:ext cx="1295400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Account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D2545-697F-292C-5E2D-55667C6A33D7}"/>
              </a:ext>
            </a:extLst>
          </p:cNvPr>
          <p:cNvSpPr/>
          <p:nvPr/>
        </p:nvSpPr>
        <p:spPr>
          <a:xfrm>
            <a:off x="3219449" y="3826980"/>
            <a:ext cx="1295400" cy="38274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Type</a:t>
            </a:r>
          </a:p>
          <a:p>
            <a:pPr algn="ctr"/>
            <a:r>
              <a:rPr lang="en-US" sz="1200" dirty="0"/>
              <a:t>Owner</a:t>
            </a:r>
          </a:p>
          <a:p>
            <a:pPr algn="ctr"/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B4853F-4456-E5E6-5857-17FEC27D4B9E}"/>
              </a:ext>
            </a:extLst>
          </p:cNvPr>
          <p:cNvSpPr/>
          <p:nvPr/>
        </p:nvSpPr>
        <p:spPr>
          <a:xfrm>
            <a:off x="6256728" y="2663148"/>
            <a:ext cx="1340412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 Transactions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30D454-F548-D8C5-A6F1-5C0BFA4D97D9}"/>
              </a:ext>
            </a:extLst>
          </p:cNvPr>
          <p:cNvSpPr/>
          <p:nvPr/>
        </p:nvSpPr>
        <p:spPr>
          <a:xfrm>
            <a:off x="6256728" y="2987039"/>
            <a:ext cx="1340412" cy="59949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Transaction ID</a:t>
            </a:r>
          </a:p>
          <a:p>
            <a:pPr algn="ctr"/>
            <a:r>
              <a:rPr lang="en-US" sz="1200" dirty="0"/>
              <a:t>Date</a:t>
            </a:r>
          </a:p>
          <a:p>
            <a:pPr algn="ctr"/>
            <a:r>
              <a:rPr lang="en-US" sz="1200" dirty="0"/>
              <a:t>Type</a:t>
            </a:r>
          </a:p>
          <a:p>
            <a:pPr algn="ctr"/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066261-D555-2811-79A0-EB517CE3B35D}"/>
              </a:ext>
            </a:extLst>
          </p:cNvPr>
          <p:cNvSpPr/>
          <p:nvPr/>
        </p:nvSpPr>
        <p:spPr>
          <a:xfrm>
            <a:off x="6256728" y="3586534"/>
            <a:ext cx="1340412" cy="3409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Update()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EFE6BC-2BB4-C81A-70B9-97E339E9B03A}"/>
              </a:ext>
            </a:extLst>
          </p:cNvPr>
          <p:cNvSpPr/>
          <p:nvPr/>
        </p:nvSpPr>
        <p:spPr>
          <a:xfrm>
            <a:off x="339798" y="5147267"/>
            <a:ext cx="1542342" cy="314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Checking Account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195567-B1B3-38A1-30F2-2945B5F1BB2D}"/>
              </a:ext>
            </a:extLst>
          </p:cNvPr>
          <p:cNvSpPr/>
          <p:nvPr/>
        </p:nvSpPr>
        <p:spPr>
          <a:xfrm>
            <a:off x="339798" y="5409939"/>
            <a:ext cx="1542342" cy="67585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Account No.</a:t>
            </a:r>
          </a:p>
          <a:p>
            <a:pPr algn="ctr"/>
            <a:r>
              <a:rPr lang="en-US" sz="1200" dirty="0"/>
              <a:t>Routing No.</a:t>
            </a:r>
          </a:p>
          <a:p>
            <a:pPr algn="ctr"/>
            <a:r>
              <a:rPr lang="en-US" sz="1200" dirty="0"/>
              <a:t>Balance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94F6F4-046C-A04A-C459-91FD3452EDC3}"/>
              </a:ext>
            </a:extLst>
          </p:cNvPr>
          <p:cNvSpPr/>
          <p:nvPr/>
        </p:nvSpPr>
        <p:spPr>
          <a:xfrm>
            <a:off x="339798" y="6085794"/>
            <a:ext cx="1542342" cy="45981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Debit()</a:t>
            </a:r>
          </a:p>
          <a:p>
            <a:pPr algn="ctr"/>
            <a:r>
              <a:rPr lang="en-US" sz="1200" dirty="0"/>
              <a:t>Credit()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8D5DBB-2045-98DD-9857-DCD5C61C39FD}"/>
              </a:ext>
            </a:extLst>
          </p:cNvPr>
          <p:cNvSpPr/>
          <p:nvPr/>
        </p:nvSpPr>
        <p:spPr>
          <a:xfrm>
            <a:off x="2794997" y="5147267"/>
            <a:ext cx="1542342" cy="314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Savings Account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26B00C-5851-55F6-4CC2-5C98984D0915}"/>
              </a:ext>
            </a:extLst>
          </p:cNvPr>
          <p:cNvSpPr/>
          <p:nvPr/>
        </p:nvSpPr>
        <p:spPr>
          <a:xfrm>
            <a:off x="2794997" y="5409939"/>
            <a:ext cx="1542342" cy="67585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Account No.</a:t>
            </a:r>
          </a:p>
          <a:p>
            <a:pPr algn="ctr"/>
            <a:r>
              <a:rPr lang="en-US" sz="1200" dirty="0"/>
              <a:t>Routing No.</a:t>
            </a:r>
          </a:p>
          <a:p>
            <a:pPr algn="ctr"/>
            <a:r>
              <a:rPr lang="en-US" sz="1200" dirty="0"/>
              <a:t>Balance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793A30-9892-DDB9-BC6F-D1827A089D1E}"/>
              </a:ext>
            </a:extLst>
          </p:cNvPr>
          <p:cNvSpPr/>
          <p:nvPr/>
        </p:nvSpPr>
        <p:spPr>
          <a:xfrm>
            <a:off x="2794997" y="6085794"/>
            <a:ext cx="1542342" cy="45981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Debit()</a:t>
            </a:r>
          </a:p>
          <a:p>
            <a:pPr algn="ctr"/>
            <a:r>
              <a:rPr lang="en-US" sz="1200" dirty="0"/>
              <a:t>Credit()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382C9D-06C1-6310-0255-A1008B1E4BCE}"/>
              </a:ext>
            </a:extLst>
          </p:cNvPr>
          <p:cNvSpPr/>
          <p:nvPr/>
        </p:nvSpPr>
        <p:spPr>
          <a:xfrm>
            <a:off x="3219448" y="4209721"/>
            <a:ext cx="1295401" cy="4777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Checking Acc()</a:t>
            </a:r>
          </a:p>
          <a:p>
            <a:pPr algn="ctr"/>
            <a:r>
              <a:rPr lang="en-US" sz="1200" dirty="0"/>
              <a:t>Savings Acc()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6FAC51-9FE9-C41B-E525-6F010548D477}"/>
              </a:ext>
            </a:extLst>
          </p:cNvPr>
          <p:cNvSpPr/>
          <p:nvPr/>
        </p:nvSpPr>
        <p:spPr>
          <a:xfrm>
            <a:off x="5101587" y="4995501"/>
            <a:ext cx="1295400" cy="38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Withdrawal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8E38D2F-CBB5-4811-31DE-6634240E6810}"/>
              </a:ext>
            </a:extLst>
          </p:cNvPr>
          <p:cNvSpPr/>
          <p:nvPr/>
        </p:nvSpPr>
        <p:spPr>
          <a:xfrm>
            <a:off x="5101587" y="5380078"/>
            <a:ext cx="1295400" cy="38274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amount</a:t>
            </a:r>
          </a:p>
          <a:p>
            <a:pPr algn="ctr"/>
            <a:endParaRPr lang="en-US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D599D6-0D17-5131-4B02-455125268DB4}"/>
              </a:ext>
            </a:extLst>
          </p:cNvPr>
          <p:cNvSpPr/>
          <p:nvPr/>
        </p:nvSpPr>
        <p:spPr>
          <a:xfrm>
            <a:off x="5101587" y="5739474"/>
            <a:ext cx="1295401" cy="3141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Withdrawal()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0847E4-AE94-187E-87F2-8CE96DDC3B07}"/>
              </a:ext>
            </a:extLst>
          </p:cNvPr>
          <p:cNvSpPr/>
          <p:nvPr/>
        </p:nvSpPr>
        <p:spPr>
          <a:xfrm>
            <a:off x="6710917" y="4995501"/>
            <a:ext cx="1080485" cy="382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FBDFAD8-C8B7-E18D-540E-D6BFC6D78584}"/>
              </a:ext>
            </a:extLst>
          </p:cNvPr>
          <p:cNvSpPr/>
          <p:nvPr/>
        </p:nvSpPr>
        <p:spPr>
          <a:xfrm>
            <a:off x="6710917" y="5380078"/>
            <a:ext cx="1080485" cy="61305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Query ID</a:t>
            </a:r>
          </a:p>
          <a:p>
            <a:pPr algn="ctr"/>
            <a:r>
              <a:rPr lang="en-US" sz="1200" dirty="0"/>
              <a:t>Type</a:t>
            </a:r>
          </a:p>
          <a:p>
            <a:pPr algn="ctr"/>
            <a:r>
              <a:rPr lang="en-US" sz="1200" dirty="0"/>
              <a:t>Balance</a:t>
            </a:r>
          </a:p>
          <a:p>
            <a:pPr algn="ctr"/>
            <a:endParaRPr lang="en-US" sz="1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D83BBC7-5706-FEDD-D7F8-521597906A33}"/>
              </a:ext>
            </a:extLst>
          </p:cNvPr>
          <p:cNvSpPr/>
          <p:nvPr/>
        </p:nvSpPr>
        <p:spPr>
          <a:xfrm>
            <a:off x="6710918" y="5993132"/>
            <a:ext cx="1080486" cy="3505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Processing()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CAFB2D-FC80-105B-89BA-B5A5ACC0C398}"/>
              </a:ext>
            </a:extLst>
          </p:cNvPr>
          <p:cNvSpPr/>
          <p:nvPr/>
        </p:nvSpPr>
        <p:spPr>
          <a:xfrm>
            <a:off x="8105335" y="4995500"/>
            <a:ext cx="1295400" cy="38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Transfer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0985BA2-0AC1-6310-D398-F728389D9AD2}"/>
              </a:ext>
            </a:extLst>
          </p:cNvPr>
          <p:cNvSpPr/>
          <p:nvPr/>
        </p:nvSpPr>
        <p:spPr>
          <a:xfrm>
            <a:off x="8105335" y="5380077"/>
            <a:ext cx="1295400" cy="46065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Amount</a:t>
            </a:r>
          </a:p>
          <a:p>
            <a:pPr algn="ctr"/>
            <a:r>
              <a:rPr lang="en-US" sz="1200" i="1" dirty="0"/>
              <a:t>Account No.</a:t>
            </a:r>
          </a:p>
          <a:p>
            <a:pPr algn="ctr"/>
            <a:endParaRPr lang="en-US" sz="12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F11592B-6901-9D37-37BF-3654F19C7136}"/>
              </a:ext>
            </a:extLst>
          </p:cNvPr>
          <p:cNvSpPr/>
          <p:nvPr/>
        </p:nvSpPr>
        <p:spPr>
          <a:xfrm>
            <a:off x="8105335" y="5840729"/>
            <a:ext cx="1295401" cy="28746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Trasnfer</a:t>
            </a:r>
            <a:r>
              <a:rPr lang="en-US" sz="1200" dirty="0"/>
              <a:t>()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2F3FAC8-5918-A150-56CB-AA5815ED16F5}"/>
              </a:ext>
            </a:extLst>
          </p:cNvPr>
          <p:cNvSpPr/>
          <p:nvPr/>
        </p:nvSpPr>
        <p:spPr>
          <a:xfrm>
            <a:off x="9651414" y="4999268"/>
            <a:ext cx="1295400" cy="38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PIN Validation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48F2E6-70C6-3082-09D8-38B5FAD0C32D}"/>
              </a:ext>
            </a:extLst>
          </p:cNvPr>
          <p:cNvSpPr/>
          <p:nvPr/>
        </p:nvSpPr>
        <p:spPr>
          <a:xfrm>
            <a:off x="9651414" y="5383844"/>
            <a:ext cx="1295400" cy="45688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Insert ATM card</a:t>
            </a:r>
          </a:p>
          <a:p>
            <a:pPr algn="ctr"/>
            <a:r>
              <a:rPr lang="en-US" sz="1200" dirty="0"/>
              <a:t>Customer Pin</a:t>
            </a:r>
          </a:p>
          <a:p>
            <a:pPr algn="ctr"/>
            <a:endParaRPr lang="en-US" sz="12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98B2600-7807-D7AE-32DB-576856A29CF8}"/>
              </a:ext>
            </a:extLst>
          </p:cNvPr>
          <p:cNvSpPr/>
          <p:nvPr/>
        </p:nvSpPr>
        <p:spPr>
          <a:xfrm>
            <a:off x="9651413" y="5836058"/>
            <a:ext cx="1295401" cy="3141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Validate_Pin</a:t>
            </a:r>
            <a:r>
              <a:rPr lang="en-US" sz="1200" dirty="0"/>
              <a:t>()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2858BF1-3E23-8B3F-8D8D-B718F32A222B}"/>
              </a:ext>
            </a:extLst>
          </p:cNvPr>
          <p:cNvCxnSpPr>
            <a:cxnSpLocks/>
          </p:cNvCxnSpPr>
          <p:nvPr/>
        </p:nvCxnSpPr>
        <p:spPr>
          <a:xfrm flipH="1">
            <a:off x="1852930" y="630400"/>
            <a:ext cx="4349750" cy="428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7CAF3E1-D615-AEE9-B76E-BC5CBEBCB8B8}"/>
              </a:ext>
            </a:extLst>
          </p:cNvPr>
          <p:cNvCxnSpPr>
            <a:cxnSpLocks/>
            <a:stCxn id="20" idx="1"/>
            <a:endCxn id="2" idx="3"/>
          </p:cNvCxnSpPr>
          <p:nvPr/>
        </p:nvCxnSpPr>
        <p:spPr>
          <a:xfrm flipH="1">
            <a:off x="1852930" y="1824824"/>
            <a:ext cx="1366519" cy="8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C29DFB8-CA26-8897-ACD6-6F533D4513B6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830580" y="2428240"/>
            <a:ext cx="6314" cy="417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9F0A52-CD25-2635-F0F3-7EFF601FB8F2}"/>
              </a:ext>
            </a:extLst>
          </p:cNvPr>
          <p:cNvCxnSpPr/>
          <p:nvPr/>
        </p:nvCxnSpPr>
        <p:spPr>
          <a:xfrm flipV="1">
            <a:off x="828675" y="2415540"/>
            <a:ext cx="2390773" cy="190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BDC7A98-B70A-C84B-9665-5B779F44DA77}"/>
              </a:ext>
            </a:extLst>
          </p:cNvPr>
          <p:cNvCxnSpPr>
            <a:endCxn id="32" idx="0"/>
          </p:cNvCxnSpPr>
          <p:nvPr/>
        </p:nvCxnSpPr>
        <p:spPr>
          <a:xfrm>
            <a:off x="6926580" y="2159723"/>
            <a:ext cx="354" cy="503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8D96078-9F99-0D8A-E434-C3314FEC8F46}"/>
              </a:ext>
            </a:extLst>
          </p:cNvPr>
          <p:cNvCxnSpPr>
            <a:cxnSpLocks/>
          </p:cNvCxnSpPr>
          <p:nvPr/>
        </p:nvCxnSpPr>
        <p:spPr>
          <a:xfrm>
            <a:off x="3824848" y="2987039"/>
            <a:ext cx="0" cy="499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0C439D-562A-598D-D33E-D9EE981BE010}"/>
              </a:ext>
            </a:extLst>
          </p:cNvPr>
          <p:cNvCxnSpPr>
            <a:cxnSpLocks/>
          </p:cNvCxnSpPr>
          <p:nvPr/>
        </p:nvCxnSpPr>
        <p:spPr>
          <a:xfrm flipH="1">
            <a:off x="339798" y="1024890"/>
            <a:ext cx="410482" cy="12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4D2A302-BE2F-7BA9-93F3-926BE78217A6}"/>
              </a:ext>
            </a:extLst>
          </p:cNvPr>
          <p:cNvCxnSpPr>
            <a:cxnSpLocks/>
          </p:cNvCxnSpPr>
          <p:nvPr/>
        </p:nvCxnSpPr>
        <p:spPr>
          <a:xfrm>
            <a:off x="339798" y="1024890"/>
            <a:ext cx="0" cy="18209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3FCDFB7-774C-6548-AB5B-5CBDAF2AEC6D}"/>
              </a:ext>
            </a:extLst>
          </p:cNvPr>
          <p:cNvSpPr/>
          <p:nvPr/>
        </p:nvSpPr>
        <p:spPr>
          <a:xfrm>
            <a:off x="3890933" y="376579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Maintains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CF950CA-B0E8-8D2C-B6B1-DFBDD4AF7FE1}"/>
              </a:ext>
            </a:extLst>
          </p:cNvPr>
          <p:cNvSpPr/>
          <p:nvPr/>
        </p:nvSpPr>
        <p:spPr>
          <a:xfrm>
            <a:off x="2083508" y="1498667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Contains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43B533-AA1E-8888-154D-D51837D96DDC}"/>
              </a:ext>
            </a:extLst>
          </p:cNvPr>
          <p:cNvSpPr/>
          <p:nvPr/>
        </p:nvSpPr>
        <p:spPr>
          <a:xfrm rot="16200000">
            <a:off x="-236348" y="1929832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Manages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1FA8920-0E0E-28DF-CA19-760CF8192332}"/>
              </a:ext>
            </a:extLst>
          </p:cNvPr>
          <p:cNvSpPr/>
          <p:nvPr/>
        </p:nvSpPr>
        <p:spPr>
          <a:xfrm>
            <a:off x="1772247" y="2506349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Owns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F782099-2D6D-7279-0241-D2E57B38C3A7}"/>
              </a:ext>
            </a:extLst>
          </p:cNvPr>
          <p:cNvSpPr/>
          <p:nvPr/>
        </p:nvSpPr>
        <p:spPr>
          <a:xfrm>
            <a:off x="619541" y="523385"/>
            <a:ext cx="130739" cy="177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68EDC5E-6917-4EDB-4DD6-3558A35AED13}"/>
              </a:ext>
            </a:extLst>
          </p:cNvPr>
          <p:cNvSpPr/>
          <p:nvPr/>
        </p:nvSpPr>
        <p:spPr>
          <a:xfrm>
            <a:off x="1909542" y="1962474"/>
            <a:ext cx="130739" cy="177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3C366AC-B298-C950-FF59-9F9E4B4909A7}"/>
              </a:ext>
            </a:extLst>
          </p:cNvPr>
          <p:cNvSpPr/>
          <p:nvPr/>
        </p:nvSpPr>
        <p:spPr>
          <a:xfrm>
            <a:off x="1893322" y="708821"/>
            <a:ext cx="130739" cy="177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8BABB0F-5F72-1F9D-BBB9-1DFBB7E328D1}"/>
              </a:ext>
            </a:extLst>
          </p:cNvPr>
          <p:cNvSpPr/>
          <p:nvPr/>
        </p:nvSpPr>
        <p:spPr>
          <a:xfrm>
            <a:off x="6970005" y="2213355"/>
            <a:ext cx="130739" cy="177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9DAFFC7-4DF5-1AF7-2F21-3C9A859C91B7}"/>
              </a:ext>
            </a:extLst>
          </p:cNvPr>
          <p:cNvSpPr/>
          <p:nvPr/>
        </p:nvSpPr>
        <p:spPr>
          <a:xfrm>
            <a:off x="5965821" y="2307810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Identifies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17C2D8E-D1F1-A2E8-242A-E448277DA21E}"/>
              </a:ext>
            </a:extLst>
          </p:cNvPr>
          <p:cNvSpPr/>
          <p:nvPr/>
        </p:nvSpPr>
        <p:spPr>
          <a:xfrm>
            <a:off x="2772834" y="2029585"/>
            <a:ext cx="410778" cy="147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227440A-64E9-832F-72A1-67308B06502E}"/>
              </a:ext>
            </a:extLst>
          </p:cNvPr>
          <p:cNvSpPr/>
          <p:nvPr/>
        </p:nvSpPr>
        <p:spPr>
          <a:xfrm>
            <a:off x="2772834" y="2467812"/>
            <a:ext cx="410778" cy="147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1.1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E3E7ABA-751E-217A-AF32-E988AE32017E}"/>
              </a:ext>
            </a:extLst>
          </p:cNvPr>
          <p:cNvCxnSpPr/>
          <p:nvPr/>
        </p:nvCxnSpPr>
        <p:spPr>
          <a:xfrm flipV="1">
            <a:off x="3426460" y="4687452"/>
            <a:ext cx="0" cy="438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366F7B0-4D01-CDEE-FF5A-0189949F36E5}"/>
              </a:ext>
            </a:extLst>
          </p:cNvPr>
          <p:cNvCxnSpPr>
            <a:stCxn id="41" idx="0"/>
          </p:cNvCxnSpPr>
          <p:nvPr/>
        </p:nvCxnSpPr>
        <p:spPr>
          <a:xfrm flipV="1">
            <a:off x="1110969" y="4906586"/>
            <a:ext cx="0" cy="2406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D3E617C-8CB3-0332-EBDC-6DA94FAA7F37}"/>
              </a:ext>
            </a:extLst>
          </p:cNvPr>
          <p:cNvCxnSpPr>
            <a:cxnSpLocks/>
          </p:cNvCxnSpPr>
          <p:nvPr/>
        </p:nvCxnSpPr>
        <p:spPr>
          <a:xfrm>
            <a:off x="1110969" y="4906586"/>
            <a:ext cx="23154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A87C566-1EF1-0025-877F-C312450AB020}"/>
              </a:ext>
            </a:extLst>
          </p:cNvPr>
          <p:cNvCxnSpPr>
            <a:stCxn id="24" idx="3"/>
          </p:cNvCxnSpPr>
          <p:nvPr/>
        </p:nvCxnSpPr>
        <p:spPr>
          <a:xfrm flipV="1">
            <a:off x="1388219" y="3387235"/>
            <a:ext cx="138461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A106FAD-AB22-4AB8-D0AA-69E48E6C331A}"/>
              </a:ext>
            </a:extLst>
          </p:cNvPr>
          <p:cNvCxnSpPr>
            <a:cxnSpLocks/>
          </p:cNvCxnSpPr>
          <p:nvPr/>
        </p:nvCxnSpPr>
        <p:spPr>
          <a:xfrm>
            <a:off x="2772834" y="3387235"/>
            <a:ext cx="0" cy="6311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5490E40-0C3E-33FF-4164-7E5E5A78307C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2772834" y="4018351"/>
            <a:ext cx="446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70F1004-0C65-F3C0-E72D-350F5B4306D6}"/>
              </a:ext>
            </a:extLst>
          </p:cNvPr>
          <p:cNvSpPr/>
          <p:nvPr/>
        </p:nvSpPr>
        <p:spPr>
          <a:xfrm>
            <a:off x="4595817" y="4270591"/>
            <a:ext cx="130739" cy="177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158206F-738E-0262-E11C-D97EA9F26F91}"/>
              </a:ext>
            </a:extLst>
          </p:cNvPr>
          <p:cNvSpPr/>
          <p:nvPr/>
        </p:nvSpPr>
        <p:spPr>
          <a:xfrm>
            <a:off x="3858292" y="3308909"/>
            <a:ext cx="410778" cy="147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B4D3FD4-B348-9EB3-A10C-E4B6BAD391E0}"/>
              </a:ext>
            </a:extLst>
          </p:cNvPr>
          <p:cNvSpPr/>
          <p:nvPr/>
        </p:nvSpPr>
        <p:spPr>
          <a:xfrm>
            <a:off x="3858292" y="3033539"/>
            <a:ext cx="410778" cy="147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1.1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DED5A3E-C371-96EB-1F94-87FC46834286}"/>
              </a:ext>
            </a:extLst>
          </p:cNvPr>
          <p:cNvSpPr/>
          <p:nvPr/>
        </p:nvSpPr>
        <p:spPr>
          <a:xfrm>
            <a:off x="1691610" y="3486989"/>
            <a:ext cx="862331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A551AF8-8CBA-CE1A-A61A-83D32B3FD1DC}"/>
              </a:ext>
            </a:extLst>
          </p:cNvPr>
          <p:cNvSpPr/>
          <p:nvPr/>
        </p:nvSpPr>
        <p:spPr>
          <a:xfrm>
            <a:off x="5760432" y="685331"/>
            <a:ext cx="410778" cy="147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1.1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F221771-F64D-D49D-9D3F-0495A2C09541}"/>
              </a:ext>
            </a:extLst>
          </p:cNvPr>
          <p:cNvCxnSpPr>
            <a:stCxn id="30" idx="3"/>
          </p:cNvCxnSpPr>
          <p:nvPr/>
        </p:nvCxnSpPr>
        <p:spPr>
          <a:xfrm>
            <a:off x="4514849" y="4018351"/>
            <a:ext cx="9334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AD8E13D-4D09-E0FD-DBFE-38277BE32AD7}"/>
              </a:ext>
            </a:extLst>
          </p:cNvPr>
          <p:cNvCxnSpPr>
            <a:cxnSpLocks/>
          </p:cNvCxnSpPr>
          <p:nvPr/>
        </p:nvCxnSpPr>
        <p:spPr>
          <a:xfrm flipV="1">
            <a:off x="5448300" y="3286787"/>
            <a:ext cx="0" cy="7315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ACD6A92-99A7-8E9D-1F32-5AF516ABD3EC}"/>
              </a:ext>
            </a:extLst>
          </p:cNvPr>
          <p:cNvCxnSpPr>
            <a:stCxn id="33" idx="1"/>
          </p:cNvCxnSpPr>
          <p:nvPr/>
        </p:nvCxnSpPr>
        <p:spPr>
          <a:xfrm flipH="1">
            <a:off x="5448300" y="3286787"/>
            <a:ext cx="8084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45ADD52-3073-5F30-DFF5-7E024114D334}"/>
              </a:ext>
            </a:extLst>
          </p:cNvPr>
          <p:cNvSpPr/>
          <p:nvPr/>
        </p:nvSpPr>
        <p:spPr>
          <a:xfrm>
            <a:off x="4615740" y="3713439"/>
            <a:ext cx="772866" cy="2182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Updates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D05B0A6-ADB6-A4B5-29BA-9DD952B00838}"/>
              </a:ext>
            </a:extLst>
          </p:cNvPr>
          <p:cNvCxnSpPr>
            <a:cxnSpLocks/>
          </p:cNvCxnSpPr>
          <p:nvPr/>
        </p:nvCxnSpPr>
        <p:spPr>
          <a:xfrm>
            <a:off x="5669280" y="4616865"/>
            <a:ext cx="48666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7424604-6CBD-8B8D-3CDE-6BCDCE4750F8}"/>
              </a:ext>
            </a:extLst>
          </p:cNvPr>
          <p:cNvCxnSpPr>
            <a:cxnSpLocks/>
          </p:cNvCxnSpPr>
          <p:nvPr/>
        </p:nvCxnSpPr>
        <p:spPr>
          <a:xfrm flipH="1" flipV="1">
            <a:off x="5669280" y="4615914"/>
            <a:ext cx="6347" cy="379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CD1209B9-4A35-3491-0603-048C069CBCED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7244813" y="4621430"/>
            <a:ext cx="6347" cy="3740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5A404D6-A77B-979A-5ECF-9AB8118B867E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8753035" y="4618701"/>
            <a:ext cx="0" cy="3767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5010179-FF8B-B23E-C6D5-6FC5EF5F601A}"/>
              </a:ext>
            </a:extLst>
          </p:cNvPr>
          <p:cNvCxnSpPr>
            <a:cxnSpLocks/>
          </p:cNvCxnSpPr>
          <p:nvPr/>
        </p:nvCxnSpPr>
        <p:spPr>
          <a:xfrm flipH="1" flipV="1">
            <a:off x="10529573" y="4617063"/>
            <a:ext cx="6347" cy="3740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3412E3D0-19B5-320C-4AED-D23AB0B2FA84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6926934" y="3927497"/>
            <a:ext cx="0" cy="691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D5DD915-B8D1-0367-E060-03F559C289E1}"/>
              </a:ext>
            </a:extLst>
          </p:cNvPr>
          <p:cNvSpPr/>
          <p:nvPr/>
        </p:nvSpPr>
        <p:spPr>
          <a:xfrm>
            <a:off x="7001157" y="4270590"/>
            <a:ext cx="947644" cy="28713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Inheritance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743363C-255E-22E5-DD48-903B4048A1AD}"/>
              </a:ext>
            </a:extLst>
          </p:cNvPr>
          <p:cNvSpPr/>
          <p:nvPr/>
        </p:nvSpPr>
        <p:spPr>
          <a:xfrm>
            <a:off x="1161495" y="4958647"/>
            <a:ext cx="797299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(Checking)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64B1280-39C0-1B76-AFF2-DE8E1AB65C05}"/>
              </a:ext>
            </a:extLst>
          </p:cNvPr>
          <p:cNvSpPr/>
          <p:nvPr/>
        </p:nvSpPr>
        <p:spPr>
          <a:xfrm>
            <a:off x="2688312" y="4957337"/>
            <a:ext cx="695778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(Savings)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675B3CD-6CF5-0462-2579-7173AD08CE4D}"/>
              </a:ext>
            </a:extLst>
          </p:cNvPr>
          <p:cNvSpPr/>
          <p:nvPr/>
        </p:nvSpPr>
        <p:spPr>
          <a:xfrm>
            <a:off x="5701210" y="4656420"/>
            <a:ext cx="617043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700" dirty="0">
                <a:solidFill>
                  <a:schemeClr val="tx1"/>
                </a:solidFill>
              </a:rPr>
              <a:t>Get Cash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4491AD9-A27C-62D3-8D81-A991CAE832C8}"/>
              </a:ext>
            </a:extLst>
          </p:cNvPr>
          <p:cNvSpPr/>
          <p:nvPr/>
        </p:nvSpPr>
        <p:spPr>
          <a:xfrm>
            <a:off x="10096953" y="4666529"/>
            <a:ext cx="404320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700" dirty="0">
                <a:solidFill>
                  <a:schemeClr val="tx1"/>
                </a:solidFill>
              </a:rPr>
              <a:t>PIN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42FC95E-1200-E0B7-662D-98EC1097C913}"/>
              </a:ext>
            </a:extLst>
          </p:cNvPr>
          <p:cNvSpPr/>
          <p:nvPr/>
        </p:nvSpPr>
        <p:spPr>
          <a:xfrm>
            <a:off x="8796313" y="4666529"/>
            <a:ext cx="604422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700" dirty="0">
                <a:solidFill>
                  <a:schemeClr val="tx1"/>
                </a:solidFill>
              </a:rPr>
              <a:t>Transfer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F938366-F65E-67F8-8830-9CFCCA374382}"/>
              </a:ext>
            </a:extLst>
          </p:cNvPr>
          <p:cNvSpPr/>
          <p:nvPr/>
        </p:nvSpPr>
        <p:spPr>
          <a:xfrm>
            <a:off x="7282703" y="4656420"/>
            <a:ext cx="584947" cy="139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US" sz="700" dirty="0">
                <a:solidFill>
                  <a:schemeClr val="tx1"/>
                </a:solidFill>
              </a:rPr>
              <a:t>Balance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5147011-20C3-0237-2578-9DCB92BF86CB}"/>
              </a:ext>
            </a:extLst>
          </p:cNvPr>
          <p:cNvSpPr/>
          <p:nvPr/>
        </p:nvSpPr>
        <p:spPr>
          <a:xfrm>
            <a:off x="1847248" y="4543882"/>
            <a:ext cx="947644" cy="28713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Inheritance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EA1D6E4-0D21-DB0B-5BE2-39714566F97B}"/>
              </a:ext>
            </a:extLst>
          </p:cNvPr>
          <p:cNvSpPr/>
          <p:nvPr/>
        </p:nvSpPr>
        <p:spPr>
          <a:xfrm>
            <a:off x="10552430" y="199493"/>
            <a:ext cx="1184910" cy="3238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UML CLASS 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AD12BDD-62E5-8704-1E73-8D4999EFFA9E}"/>
              </a:ext>
            </a:extLst>
          </p:cNvPr>
          <p:cNvSpPr/>
          <p:nvPr/>
        </p:nvSpPr>
        <p:spPr>
          <a:xfrm>
            <a:off x="10552430" y="511342"/>
            <a:ext cx="1184910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ATM DIAGRAM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53C861F-4ED5-B653-325F-F8B349F0EC77}"/>
              </a:ext>
            </a:extLst>
          </p:cNvPr>
          <p:cNvSpPr/>
          <p:nvPr/>
        </p:nvSpPr>
        <p:spPr>
          <a:xfrm>
            <a:off x="8932293" y="214633"/>
            <a:ext cx="1184910" cy="323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Garrett Karolyi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D84F7C4-F4BF-E646-7C6D-87BD8280FF09}"/>
              </a:ext>
            </a:extLst>
          </p:cNvPr>
          <p:cNvSpPr/>
          <p:nvPr/>
        </p:nvSpPr>
        <p:spPr>
          <a:xfrm>
            <a:off x="8925272" y="545856"/>
            <a:ext cx="1184910" cy="3238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2/14/2026</a:t>
            </a:r>
          </a:p>
        </p:txBody>
      </p:sp>
    </p:spTree>
    <p:extLst>
      <p:ext uri="{BB962C8B-B14F-4D97-AF65-F5344CB8AC3E}">
        <p14:creationId xmlns:p14="http://schemas.microsoft.com/office/powerpoint/2010/main" val="180029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162</Words>
  <Application>Microsoft Office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karolyi</dc:creator>
  <cp:lastModifiedBy>garrett karolyi</cp:lastModifiedBy>
  <cp:revision>3</cp:revision>
  <dcterms:created xsi:type="dcterms:W3CDTF">2026-01-29T16:18:08Z</dcterms:created>
  <dcterms:modified xsi:type="dcterms:W3CDTF">2026-02-14T20:23:05Z</dcterms:modified>
</cp:coreProperties>
</file>