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4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3DDC-2C8C-104E-41AE-34B30C71A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46CF3-63C1-D3D8-EC1D-0A609CBB19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609C6-419D-FB67-E7DA-9153B7ED3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EA5E8-880B-44BF-A5B0-802CEFA543A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1F1B7-7927-870D-71D9-A52835FD7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70175-6D25-FACF-A655-03405CCA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4F64-9522-4B73-A4F2-9E9E50B0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2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1DD62-2951-26D7-D8C2-EE561565F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BCE89-C779-C708-4DC0-95F91350B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1EB4A-6CC6-1433-8ED2-5DB771424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EA5E8-880B-44BF-A5B0-802CEFA543A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307A0-FC81-9B99-D7C1-F808A8EFE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B9C9D-A571-06E2-0AD6-56E62986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4F64-9522-4B73-A4F2-9E9E50B0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34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DE3F3-3C68-1949-B42F-6FA104704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30549-53A8-0B2C-D4E9-4E13D1A4E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1633D-F908-69ED-904B-42FBDA4C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EA5E8-880B-44BF-A5B0-802CEFA543A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2F72A-A7A9-E1E0-90FC-31D52621E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5C3FD-FDD0-AC3D-66AB-F5758A9B7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4F64-9522-4B73-A4F2-9E9E50B0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48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E25F9-3144-6F99-C496-C9ED7165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9755E-8EBD-FD05-37C6-388FDB240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19113-F91C-2D77-DDB4-AAAA98134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37741-1639-233B-241D-172E4883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EA5E8-880B-44BF-A5B0-802CEFA543A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CE077-1A98-4369-7F3B-BC4189BEE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E3AC7-DEE4-2AC1-081D-DF569803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4F64-9522-4B73-A4F2-9E9E50B0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11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D1193-1AF9-8C87-B9F9-94B331395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75DA0-E243-68D7-53D7-4861D836A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1181B-D73C-CB96-3FF7-FA7B160A6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D7DE2-B0FD-78FB-B773-6F1CDA99B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F2D670-2318-9BFD-1D16-E50424BDA3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8FFBDE-56D9-C364-A46F-E25F533FC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EA5E8-880B-44BF-A5B0-802CEFA543A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EC487B-B859-7616-7D06-C96AF8ECD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6D2AF-78FF-D024-B592-2C5078D8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4F64-9522-4B73-A4F2-9E9E50B0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929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A0BD6-50FB-7687-CE77-4AA321154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4CB5F-A303-C814-01E9-221DB2E09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EA5E8-880B-44BF-A5B0-802CEFA543A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EEB29-9DCE-09B5-BE2D-57CDE907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09624-28D5-914B-330D-C57B7AF9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4F64-9522-4B73-A4F2-9E9E50B0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732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25C507-2332-EA18-F72E-AACA23392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EA5E8-880B-44BF-A5B0-802CEFA543A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AFDB36-D601-1FA2-3DAE-110E4DAA2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C469B-D6FA-AF92-2F11-3F4F8F810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4F64-9522-4B73-A4F2-9E9E50B0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07EC6-6D8F-7845-46A7-ACE8053F8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7C968-98EC-49F8-7BA9-56890C9C8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E00E2-6904-896B-D844-B4A4C26A0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64032-1364-B9A8-B69E-44E6DE44E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EA5E8-880B-44BF-A5B0-802CEFA543A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EC3EF-4927-3617-A8D8-E16494B03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EB62F8-BE15-4044-58FD-18E66264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4F64-9522-4B73-A4F2-9E9E50B0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55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2287B-2BAF-CADD-3D93-242C9FEB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CFF462-6F9C-7D90-10BC-BC84D3698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80923-BBA4-D2F8-E5D3-D8393C7E3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78DE3-DB36-8526-0895-B104FAD5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EA5E8-880B-44BF-A5B0-802CEFA543A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A9268-507A-E8A6-A8A8-254503629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5C243-2739-F1D0-C556-A337FE9E2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4F64-9522-4B73-A4F2-9E9E50B0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42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7D816-9919-E485-FEFF-5B7C3B7A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B15E9-46C2-5437-DA69-731B1F70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5F00D-013C-9863-A4BC-E62EAAD20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EA5E8-880B-44BF-A5B0-802CEFA543A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83912-D7E8-DB4A-990A-7A3B58700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D44D8-35C0-E626-3131-068F44DF8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4F64-9522-4B73-A4F2-9E9E50B0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10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F91AAB-7CDB-EC86-F2FA-DC28A7910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A21A67-C4DE-72B9-DFCC-8B4D92AA6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618CC-53BD-9BB1-F682-552F22858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EA5E8-880B-44BF-A5B0-802CEFA543A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6FE89-A8B6-6B1B-8C53-1C2F3258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12A30-4AC7-FB84-99BF-EE3B22AF9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B4F64-9522-4B73-A4F2-9E9E50B0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285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B9D98-1C69-D810-1EF6-5B24ADE6E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D77F8-C890-BD05-75CF-F0FFBED91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3A8B5-6886-F08D-6D3E-BABF94E66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DEA5E8-880B-44BF-A5B0-802CEFA543A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0CA30-8FA8-D9E5-73A2-1B06BD14F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39308-B24C-2F4E-5962-D8D0F5CED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6B4F64-9522-4B73-A4F2-9E9E50B089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67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AB2E-99FE-6206-6807-9F836BFE2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5534" y="-311762"/>
            <a:ext cx="7158681" cy="918518"/>
          </a:xfrm>
        </p:spPr>
        <p:txBody>
          <a:bodyPr>
            <a:noAutofit/>
          </a:bodyPr>
          <a:lstStyle/>
          <a:p>
            <a:r>
              <a:rPr lang="en-US" sz="2800" dirty="0"/>
              <a:t>Elevator Panel – State Flow Chart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6C4D3E-E38B-9DBE-4223-3F99A2D221E8}"/>
              </a:ext>
            </a:extLst>
          </p:cNvPr>
          <p:cNvSpPr/>
          <p:nvPr/>
        </p:nvSpPr>
        <p:spPr>
          <a:xfrm>
            <a:off x="9372594" y="3598074"/>
            <a:ext cx="1190368" cy="74134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Shutdown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EAD85A-472A-1F34-727E-B8CCF70532F9}"/>
              </a:ext>
            </a:extLst>
          </p:cNvPr>
          <p:cNvSpPr/>
          <p:nvPr/>
        </p:nvSpPr>
        <p:spPr>
          <a:xfrm>
            <a:off x="5452420" y="3913911"/>
            <a:ext cx="1254208" cy="6518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Processing Request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5B0397-7B72-3C7B-5EA4-265707AD4A7D}"/>
              </a:ext>
            </a:extLst>
          </p:cNvPr>
          <p:cNvSpPr/>
          <p:nvPr/>
        </p:nvSpPr>
        <p:spPr>
          <a:xfrm>
            <a:off x="5691316" y="572472"/>
            <a:ext cx="776417" cy="55896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Idle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97131BA-62F1-8816-1173-0B7F447287E4}"/>
              </a:ext>
            </a:extLst>
          </p:cNvPr>
          <p:cNvSpPr/>
          <p:nvPr/>
        </p:nvSpPr>
        <p:spPr>
          <a:xfrm>
            <a:off x="5593492" y="1822934"/>
            <a:ext cx="1005016" cy="5589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Waiting for input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DBBF215-633C-3BDE-5C13-E3B30DDEFB0D}"/>
              </a:ext>
            </a:extLst>
          </p:cNvPr>
          <p:cNvSpPr/>
          <p:nvPr/>
        </p:nvSpPr>
        <p:spPr>
          <a:xfrm>
            <a:off x="4118918" y="4582721"/>
            <a:ext cx="1005016" cy="6930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Doors Opening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F0901B-E28F-8832-CF8B-C1198A3E07A3}"/>
              </a:ext>
            </a:extLst>
          </p:cNvPr>
          <p:cNvSpPr/>
          <p:nvPr/>
        </p:nvSpPr>
        <p:spPr>
          <a:xfrm>
            <a:off x="5691316" y="5746584"/>
            <a:ext cx="930876" cy="7023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Select Floor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44B6CE0-6A17-E128-1A48-EE9B4E831886}"/>
              </a:ext>
            </a:extLst>
          </p:cNvPr>
          <p:cNvSpPr/>
          <p:nvPr/>
        </p:nvSpPr>
        <p:spPr>
          <a:xfrm>
            <a:off x="6985690" y="2946233"/>
            <a:ext cx="1254208" cy="6518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Moving Down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90FB3C-F70A-C2A3-2D04-7B9C8C0E0F29}"/>
              </a:ext>
            </a:extLst>
          </p:cNvPr>
          <p:cNvSpPr/>
          <p:nvPr/>
        </p:nvSpPr>
        <p:spPr>
          <a:xfrm>
            <a:off x="4036540" y="2964295"/>
            <a:ext cx="1169772" cy="5793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Moving up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26CA9D3-D2AB-0071-CB4D-0E811B0C2E4B}"/>
              </a:ext>
            </a:extLst>
          </p:cNvPr>
          <p:cNvSpPr/>
          <p:nvPr/>
        </p:nvSpPr>
        <p:spPr>
          <a:xfrm>
            <a:off x="7147356" y="4565751"/>
            <a:ext cx="930875" cy="6930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Doors Closing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BAA8148-9858-3399-4DC4-CBD3C3651B9D}"/>
              </a:ext>
            </a:extLst>
          </p:cNvPr>
          <p:cNvSpPr/>
          <p:nvPr/>
        </p:nvSpPr>
        <p:spPr>
          <a:xfrm>
            <a:off x="9364357" y="1621656"/>
            <a:ext cx="1079158" cy="8817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Power Fail / Offline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EB149D0-EA54-E8F0-F546-4EC0743312E0}"/>
              </a:ext>
            </a:extLst>
          </p:cNvPr>
          <p:cNvSpPr/>
          <p:nvPr/>
        </p:nvSpPr>
        <p:spPr>
          <a:xfrm>
            <a:off x="7294600" y="1582227"/>
            <a:ext cx="1404552" cy="9605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Maintenance Mode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CD5FF6C-0463-9D1F-10C7-8C73A3E08656}"/>
              </a:ext>
            </a:extLst>
          </p:cNvPr>
          <p:cNvSpPr/>
          <p:nvPr/>
        </p:nvSpPr>
        <p:spPr>
          <a:xfrm>
            <a:off x="3726593" y="1582227"/>
            <a:ext cx="1337619" cy="9344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Emergnecy Stop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C7E1558-16A8-3B8C-8BB3-30D4B3B8DD0B}"/>
              </a:ext>
            </a:extLst>
          </p:cNvPr>
          <p:cNvCxnSpPr>
            <a:endCxn id="7" idx="0"/>
          </p:cNvCxnSpPr>
          <p:nvPr/>
        </p:nvCxnSpPr>
        <p:spPr>
          <a:xfrm>
            <a:off x="6087762" y="1131434"/>
            <a:ext cx="8238" cy="691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E9A518-6D2C-5FAC-3AB2-BD0751AC3848}"/>
              </a:ext>
            </a:extLst>
          </p:cNvPr>
          <p:cNvCxnSpPr>
            <a:cxnSpLocks/>
          </p:cNvCxnSpPr>
          <p:nvPr/>
        </p:nvCxnSpPr>
        <p:spPr>
          <a:xfrm>
            <a:off x="6494764" y="2421376"/>
            <a:ext cx="517957" cy="562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BF38C87-3341-218F-7659-6C32A2127AD3}"/>
              </a:ext>
            </a:extLst>
          </p:cNvPr>
          <p:cNvCxnSpPr/>
          <p:nvPr/>
        </p:nvCxnSpPr>
        <p:spPr>
          <a:xfrm flipH="1" flipV="1">
            <a:off x="6598508" y="2314832"/>
            <a:ext cx="548848" cy="560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2A80C98-CF5C-552A-12E9-B8108D4B0EEB}"/>
              </a:ext>
            </a:extLst>
          </p:cNvPr>
          <p:cNvCxnSpPr/>
          <p:nvPr/>
        </p:nvCxnSpPr>
        <p:spPr>
          <a:xfrm flipH="1">
            <a:off x="5263978" y="2503389"/>
            <a:ext cx="527222" cy="460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9940DB7-A934-D322-EBDA-0ACF51081BBC}"/>
              </a:ext>
            </a:extLst>
          </p:cNvPr>
          <p:cNvCxnSpPr/>
          <p:nvPr/>
        </p:nvCxnSpPr>
        <p:spPr>
          <a:xfrm flipV="1">
            <a:off x="5064212" y="2381896"/>
            <a:ext cx="627104" cy="562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EA6ACC8-3AB8-BE15-8D62-9503A8C21F55}"/>
              </a:ext>
            </a:extLst>
          </p:cNvPr>
          <p:cNvCxnSpPr/>
          <p:nvPr/>
        </p:nvCxnSpPr>
        <p:spPr>
          <a:xfrm>
            <a:off x="4802659" y="3598074"/>
            <a:ext cx="535460" cy="529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A05EA75-63C1-F5D3-0A9F-FDDFB325478A}"/>
              </a:ext>
            </a:extLst>
          </p:cNvPr>
          <p:cNvCxnSpPr/>
          <p:nvPr/>
        </p:nvCxnSpPr>
        <p:spPr>
          <a:xfrm flipH="1" flipV="1">
            <a:off x="5064212" y="3543617"/>
            <a:ext cx="388208" cy="425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D8B443B-2170-E703-6B8A-F4395134520A}"/>
              </a:ext>
            </a:extLst>
          </p:cNvPr>
          <p:cNvCxnSpPr/>
          <p:nvPr/>
        </p:nvCxnSpPr>
        <p:spPr>
          <a:xfrm flipV="1">
            <a:off x="6598508" y="3543617"/>
            <a:ext cx="387182" cy="3189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BA98776-C9B2-9304-AB5D-B4A8CE5FDBBD}"/>
              </a:ext>
            </a:extLst>
          </p:cNvPr>
          <p:cNvCxnSpPr/>
          <p:nvPr/>
        </p:nvCxnSpPr>
        <p:spPr>
          <a:xfrm flipH="1">
            <a:off x="6739582" y="3705684"/>
            <a:ext cx="359890" cy="286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2450350A-EEEE-0A9E-6869-4A145C9058B0}"/>
              </a:ext>
            </a:extLst>
          </p:cNvPr>
          <p:cNvSpPr/>
          <p:nvPr/>
        </p:nvSpPr>
        <p:spPr>
          <a:xfrm>
            <a:off x="9502340" y="5746584"/>
            <a:ext cx="930876" cy="7023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Floor Arrival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83A042B-A4EF-CACB-3E27-A8751087AE14}"/>
              </a:ext>
            </a:extLst>
          </p:cNvPr>
          <p:cNvCxnSpPr>
            <a:cxnSpLocks/>
          </p:cNvCxnSpPr>
          <p:nvPr/>
        </p:nvCxnSpPr>
        <p:spPr>
          <a:xfrm>
            <a:off x="6792099" y="4440195"/>
            <a:ext cx="355257" cy="224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C50952E-E0F2-7BAC-3E38-1EA943145C63}"/>
              </a:ext>
            </a:extLst>
          </p:cNvPr>
          <p:cNvCxnSpPr>
            <a:cxnSpLocks/>
          </p:cNvCxnSpPr>
          <p:nvPr/>
        </p:nvCxnSpPr>
        <p:spPr>
          <a:xfrm flipH="1" flipV="1">
            <a:off x="6716801" y="4536172"/>
            <a:ext cx="326166" cy="219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77DD9D0-3B68-F447-78D9-C864DF259E91}"/>
              </a:ext>
            </a:extLst>
          </p:cNvPr>
          <p:cNvCxnSpPr/>
          <p:nvPr/>
        </p:nvCxnSpPr>
        <p:spPr>
          <a:xfrm flipV="1">
            <a:off x="5279164" y="4526692"/>
            <a:ext cx="321277" cy="275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3CC4C98-F544-7728-365B-CF290AB5BD53}"/>
              </a:ext>
            </a:extLst>
          </p:cNvPr>
          <p:cNvCxnSpPr/>
          <p:nvPr/>
        </p:nvCxnSpPr>
        <p:spPr>
          <a:xfrm flipH="1">
            <a:off x="5006031" y="1103269"/>
            <a:ext cx="627104" cy="568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7243B0E-B493-7FFC-355D-067AD7EC35F8}"/>
              </a:ext>
            </a:extLst>
          </p:cNvPr>
          <p:cNvCxnSpPr>
            <a:cxnSpLocks/>
          </p:cNvCxnSpPr>
          <p:nvPr/>
        </p:nvCxnSpPr>
        <p:spPr>
          <a:xfrm flipV="1">
            <a:off x="4891861" y="1002905"/>
            <a:ext cx="619124" cy="515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D0A2B99-DAC5-71AE-A8D7-74B139A9C873}"/>
              </a:ext>
            </a:extLst>
          </p:cNvPr>
          <p:cNvCxnSpPr/>
          <p:nvPr/>
        </p:nvCxnSpPr>
        <p:spPr>
          <a:xfrm>
            <a:off x="6492446" y="1115626"/>
            <a:ext cx="765089" cy="573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FB8E774-9165-BC96-6EBC-AB32D395C825}"/>
              </a:ext>
            </a:extLst>
          </p:cNvPr>
          <p:cNvCxnSpPr/>
          <p:nvPr/>
        </p:nvCxnSpPr>
        <p:spPr>
          <a:xfrm flipH="1" flipV="1">
            <a:off x="6598508" y="1013254"/>
            <a:ext cx="815546" cy="568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D49AC5F-F79C-9CAE-3AC1-5AED7C4AE157}"/>
              </a:ext>
            </a:extLst>
          </p:cNvPr>
          <p:cNvCxnSpPr/>
          <p:nvPr/>
        </p:nvCxnSpPr>
        <p:spPr>
          <a:xfrm>
            <a:off x="8781535" y="2102415"/>
            <a:ext cx="461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1FD4089-C7DC-551C-C54A-5C93AE354FCB}"/>
              </a:ext>
            </a:extLst>
          </p:cNvPr>
          <p:cNvCxnSpPr>
            <a:cxnSpLocks/>
          </p:cNvCxnSpPr>
          <p:nvPr/>
        </p:nvCxnSpPr>
        <p:spPr>
          <a:xfrm>
            <a:off x="4992130" y="5258223"/>
            <a:ext cx="728018" cy="611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B3250E8-C6B3-8D7A-BA6C-DB81506CB5BD}"/>
              </a:ext>
            </a:extLst>
          </p:cNvPr>
          <p:cNvCxnSpPr/>
          <p:nvPr/>
        </p:nvCxnSpPr>
        <p:spPr>
          <a:xfrm flipV="1">
            <a:off x="6699680" y="5157016"/>
            <a:ext cx="526194" cy="589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20E886E-F6CA-2445-1A32-BDA251F7A91D}"/>
              </a:ext>
            </a:extLst>
          </p:cNvPr>
          <p:cNvCxnSpPr/>
          <p:nvPr/>
        </p:nvCxnSpPr>
        <p:spPr>
          <a:xfrm>
            <a:off x="6792099" y="6097766"/>
            <a:ext cx="25804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B2D3AC8-89EC-0FAF-95E8-9DD434432396}"/>
              </a:ext>
            </a:extLst>
          </p:cNvPr>
          <p:cNvCxnSpPr/>
          <p:nvPr/>
        </p:nvCxnSpPr>
        <p:spPr>
          <a:xfrm>
            <a:off x="9844215" y="2594918"/>
            <a:ext cx="0" cy="948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3754AE0-3E09-1EAB-94D4-A97F47500A49}"/>
              </a:ext>
            </a:extLst>
          </p:cNvPr>
          <p:cNvCxnSpPr/>
          <p:nvPr/>
        </p:nvCxnSpPr>
        <p:spPr>
          <a:xfrm flipV="1">
            <a:off x="9967778" y="2594918"/>
            <a:ext cx="0" cy="948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5B400D1-57EA-EA10-0836-D7AC863EB2FB}"/>
              </a:ext>
            </a:extLst>
          </p:cNvPr>
          <p:cNvCxnSpPr/>
          <p:nvPr/>
        </p:nvCxnSpPr>
        <p:spPr>
          <a:xfrm flipH="1">
            <a:off x="8781535" y="1886465"/>
            <a:ext cx="461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4B39D9F-2CB6-1221-0C6C-89C82A065DEA}"/>
              </a:ext>
            </a:extLst>
          </p:cNvPr>
          <p:cNvCxnSpPr/>
          <p:nvPr/>
        </p:nvCxnSpPr>
        <p:spPr>
          <a:xfrm flipV="1">
            <a:off x="9903936" y="4418359"/>
            <a:ext cx="0" cy="1210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978D36B-4174-5AE1-9FAD-F9DDD2E97D7B}"/>
              </a:ext>
            </a:extLst>
          </p:cNvPr>
          <p:cNvCxnSpPr/>
          <p:nvPr/>
        </p:nvCxnSpPr>
        <p:spPr>
          <a:xfrm>
            <a:off x="10562962" y="6097766"/>
            <a:ext cx="73935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CF6737A-B474-4B11-52FA-715D7E87DFF3}"/>
              </a:ext>
            </a:extLst>
          </p:cNvPr>
          <p:cNvCxnSpPr/>
          <p:nvPr/>
        </p:nvCxnSpPr>
        <p:spPr>
          <a:xfrm flipH="1" flipV="1">
            <a:off x="11203459" y="859440"/>
            <a:ext cx="107092" cy="52383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7CD8EB4-ECAA-D4A8-7ABF-C641D56E5274}"/>
              </a:ext>
            </a:extLst>
          </p:cNvPr>
          <p:cNvCxnSpPr>
            <a:cxnSpLocks/>
          </p:cNvCxnSpPr>
          <p:nvPr/>
        </p:nvCxnSpPr>
        <p:spPr>
          <a:xfrm flipH="1">
            <a:off x="6540843" y="851953"/>
            <a:ext cx="46708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819F2C3-5845-B65A-B87D-118C8D1B10A7}"/>
              </a:ext>
            </a:extLst>
          </p:cNvPr>
          <p:cNvCxnSpPr>
            <a:cxnSpLocks/>
          </p:cNvCxnSpPr>
          <p:nvPr/>
        </p:nvCxnSpPr>
        <p:spPr>
          <a:xfrm flipH="1">
            <a:off x="5166731" y="4473959"/>
            <a:ext cx="328614" cy="229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58794D8-DD31-6195-2689-CB6FE2A65B8F}"/>
              </a:ext>
            </a:extLst>
          </p:cNvPr>
          <p:cNvCxnSpPr/>
          <p:nvPr/>
        </p:nvCxnSpPr>
        <p:spPr>
          <a:xfrm flipH="1">
            <a:off x="2075935" y="6178378"/>
            <a:ext cx="34194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472F775-EAE7-2262-2C41-5ADADD0BA74A}"/>
              </a:ext>
            </a:extLst>
          </p:cNvPr>
          <p:cNvCxnSpPr>
            <a:cxnSpLocks/>
          </p:cNvCxnSpPr>
          <p:nvPr/>
        </p:nvCxnSpPr>
        <p:spPr>
          <a:xfrm flipV="1">
            <a:off x="2075935" y="2097927"/>
            <a:ext cx="0" cy="40879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1B972E4-FEA8-696E-D314-D434CAF60333}"/>
              </a:ext>
            </a:extLst>
          </p:cNvPr>
          <p:cNvCxnSpPr>
            <a:cxnSpLocks/>
          </p:cNvCxnSpPr>
          <p:nvPr/>
        </p:nvCxnSpPr>
        <p:spPr>
          <a:xfrm>
            <a:off x="2075935" y="2097927"/>
            <a:ext cx="15162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938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Elevator Panel – State Flow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karolyi</dc:creator>
  <cp:lastModifiedBy>garrett karolyi</cp:lastModifiedBy>
  <cp:revision>1</cp:revision>
  <dcterms:created xsi:type="dcterms:W3CDTF">2026-01-23T19:20:56Z</dcterms:created>
  <dcterms:modified xsi:type="dcterms:W3CDTF">2026-01-23T19:20:58Z</dcterms:modified>
</cp:coreProperties>
</file>